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x="18288000" cy="10287000"/>
  <p:notesSz cx="6858000" cy="9144000"/>
  <p:embeddedFontLst>
    <p:embeddedFont>
      <p:font typeface="Montserrat Bold" charset="1" panose="00000800000000000000"/>
      <p:regular r:id="rId37"/>
    </p:embeddedFont>
    <p:embeddedFont>
      <p:font typeface="Source Sans 3" charset="1" panose="020B0303030403020204"/>
      <p:regular r:id="rId38"/>
    </p:embeddedFont>
    <p:embeddedFont>
      <p:font typeface="Source Sans 3 Bold" charset="1" panose="020B0303030403020204"/>
      <p:regular r:id="rId41"/>
    </p:embeddedFont>
    <p:embeddedFont>
      <p:font typeface="Montserrat Light" charset="1" panose="000004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notesMasters/notesMaster1.xml" Type="http://schemas.openxmlformats.org/officeDocument/2006/relationships/notesMaster"/><Relationship Id="rId35" Target="theme/theme2.xml" Type="http://schemas.openxmlformats.org/officeDocument/2006/relationships/theme"/><Relationship Id="rId36" Target="notesSlides/notesSlide1.xml" Type="http://schemas.openxmlformats.org/officeDocument/2006/relationships/notesSlide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notesSlides/notesSlide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3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4.xml" Type="http://schemas.openxmlformats.org/officeDocument/2006/relationships/notesSlide"/><Relationship Id="rId43" Target="fonts/font43.fntdata" Type="http://schemas.openxmlformats.org/officeDocument/2006/relationships/font"/><Relationship Id="rId44" Target="notesSlides/notesSlide5.xml" Type="http://schemas.openxmlformats.org/officeDocument/2006/relationships/notesSlide"/><Relationship Id="rId45" Target="notesSlides/notesSlide6.xml" Type="http://schemas.openxmlformats.org/officeDocument/2006/relationships/notesSlide"/><Relationship Id="rId46" Target="notesSlides/notesSlide7.xml" Type="http://schemas.openxmlformats.org/officeDocument/2006/relationships/notesSlide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.png" Type="http://schemas.openxmlformats.org/officeDocument/2006/relationships/image"/><Relationship Id="rId11" Target="../media/image9.svg" Type="http://schemas.openxmlformats.org/officeDocument/2006/relationships/image"/><Relationship Id="rId12" Target="../media/image10.png" Type="http://schemas.openxmlformats.org/officeDocument/2006/relationships/image"/><Relationship Id="rId13" Target="../media/image11.svg" Type="http://schemas.openxmlformats.org/officeDocument/2006/relationships/image"/><Relationship Id="rId2" Target="../notesSlides/notesSlide2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2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9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30.png" Type="http://schemas.openxmlformats.org/officeDocument/2006/relationships/image"/><Relationship Id="rId4" Target="../media/image31.svg" Type="http://schemas.openxmlformats.org/officeDocument/2006/relationships/image"/><Relationship Id="rId5" Target="../media/image32.png" Type="http://schemas.openxmlformats.org/officeDocument/2006/relationships/image"/><Relationship Id="rId6" Target="../media/image33.svg" Type="http://schemas.openxmlformats.org/officeDocument/2006/relationships/image"/><Relationship Id="rId7" Target="../media/image34.png" Type="http://schemas.openxmlformats.org/officeDocument/2006/relationships/image"/><Relationship Id="rId8" Target="../media/image3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https://gamma.app/?utm_source=made-with-gamma" TargetMode="External" Type="http://schemas.openxmlformats.org/officeDocument/2006/relationships/hyperlink"/><Relationship Id="rId4" Target="../media/image2.png" Type="http://schemas.openxmlformats.org/officeDocument/2006/relationships/image"/><Relationship Id="rId5" Target="../media/image36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11" Target="../media/image45.png" Type="http://schemas.openxmlformats.org/officeDocument/2006/relationships/image"/><Relationship Id="rId12" Target="../media/image46.svg" Type="http://schemas.openxmlformats.org/officeDocument/2006/relationships/image"/><Relationship Id="rId13" Target="../media/image47.png" Type="http://schemas.openxmlformats.org/officeDocument/2006/relationships/image"/><Relationship Id="rId14" Target="../media/image48.svg" Type="http://schemas.openxmlformats.org/officeDocument/2006/relationships/image"/><Relationship Id="rId2" Target="../notesSlides/notesSlide7.xml" Type="http://schemas.openxmlformats.org/officeDocument/2006/relationships/notesSlide"/><Relationship Id="rId3" Target="../media/image37.png" Type="http://schemas.openxmlformats.org/officeDocument/2006/relationships/image"/><Relationship Id="rId4" Target="../media/image38.svg" Type="http://schemas.openxmlformats.org/officeDocument/2006/relationships/image"/><Relationship Id="rId5" Target="../media/image39.png" Type="http://schemas.openxmlformats.org/officeDocument/2006/relationships/image"/><Relationship Id="rId6" Target="../media/image40.svg" Type="http://schemas.openxmlformats.org/officeDocument/2006/relationships/image"/><Relationship Id="rId7" Target="../media/image41.png" Type="http://schemas.openxmlformats.org/officeDocument/2006/relationships/image"/><Relationship Id="rId8" Target="../media/image42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9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49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0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4191" y="777030"/>
            <a:ext cx="6549476" cy="8732787"/>
            <a:chOff x="0" y="0"/>
            <a:chExt cx="8732634" cy="1164371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37744" y="3751212"/>
            <a:ext cx="701219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NSU ClubHub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7744" y="5042897"/>
            <a:ext cx="9270502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comprehensive platform connecting students with campus clubs through seamless frontend experiences and robust backend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38347" y="716013"/>
            <a:ext cx="6641154" cy="8854973"/>
            <a:chOff x="0" y="0"/>
            <a:chExt cx="8854872" cy="11806631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854821" cy="11806682"/>
            </a:xfrm>
            <a:custGeom>
              <a:avLst/>
              <a:gdLst/>
              <a:ahLst/>
              <a:cxnLst/>
              <a:rect r="r" b="b" t="t" l="l"/>
              <a:pathLst>
                <a:path h="11806682" w="8854821">
                  <a:moveTo>
                    <a:pt x="0" y="0"/>
                  </a:moveTo>
                  <a:lnTo>
                    <a:pt x="8854821" y="0"/>
                  </a:lnTo>
                  <a:lnTo>
                    <a:pt x="8854821" y="11806682"/>
                  </a:lnTo>
                  <a:lnTo>
                    <a:pt x="0" y="118066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" t="0" r="-16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59171" y="646357"/>
            <a:ext cx="5770216" cy="6353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Architecture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759171" y="1510455"/>
            <a:ext cx="9911658" cy="1913487"/>
            <a:chOff x="0" y="0"/>
            <a:chExt cx="13215544" cy="255131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15621" cy="2551303"/>
            </a:xfrm>
            <a:custGeom>
              <a:avLst/>
              <a:gdLst/>
              <a:ahLst/>
              <a:cxnLst/>
              <a:rect r="r" b="b" t="t" l="l"/>
              <a:pathLst>
                <a:path h="2551303" w="13215621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3172187" y="0"/>
                  </a:lnTo>
                  <a:cubicBezTo>
                    <a:pt x="13196190" y="0"/>
                    <a:pt x="13215621" y="19431"/>
                    <a:pt x="13215621" y="43434"/>
                  </a:cubicBezTo>
                  <a:lnTo>
                    <a:pt x="13215621" y="2507869"/>
                  </a:lnTo>
                  <a:cubicBezTo>
                    <a:pt x="13215621" y="2531872"/>
                    <a:pt x="13196190" y="2551303"/>
                    <a:pt x="13172187" y="2551303"/>
                  </a:cubicBezTo>
                  <a:lnTo>
                    <a:pt x="43434" y="2551303"/>
                  </a:lnTo>
                  <a:cubicBezTo>
                    <a:pt x="19431" y="2551303"/>
                    <a:pt x="0" y="2531872"/>
                    <a:pt x="0" y="2507869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76017" y="1727302"/>
            <a:ext cx="650824" cy="650824"/>
            <a:chOff x="0" y="0"/>
            <a:chExt cx="867766" cy="8677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67791" cy="867791"/>
            </a:xfrm>
            <a:custGeom>
              <a:avLst/>
              <a:gdLst/>
              <a:ahLst/>
              <a:cxnLst/>
              <a:rect r="r" b="b" t="t" l="l"/>
              <a:pathLst>
                <a:path h="867791" w="867791">
                  <a:moveTo>
                    <a:pt x="0" y="433832"/>
                  </a:moveTo>
                  <a:cubicBezTo>
                    <a:pt x="0" y="194310"/>
                    <a:pt x="194310" y="0"/>
                    <a:pt x="433832" y="0"/>
                  </a:cubicBezTo>
                  <a:cubicBezTo>
                    <a:pt x="673354" y="0"/>
                    <a:pt x="867791" y="194310"/>
                    <a:pt x="867791" y="433832"/>
                  </a:cubicBezTo>
                  <a:cubicBezTo>
                    <a:pt x="867791" y="673354"/>
                    <a:pt x="673481" y="867791"/>
                    <a:pt x="433832" y="867791"/>
                  </a:cubicBezTo>
                  <a:cubicBezTo>
                    <a:pt x="194183" y="867791"/>
                    <a:pt x="0" y="673481"/>
                    <a:pt x="0" y="433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1155059" y="1906343"/>
            <a:ext cx="292741" cy="292741"/>
          </a:xfrm>
          <a:custGeom>
            <a:avLst/>
            <a:gdLst/>
            <a:ahLst/>
            <a:cxnLst/>
            <a:rect r="r" b="b" t="t" l="l"/>
            <a:pathLst>
              <a:path h="292741" w="292741">
                <a:moveTo>
                  <a:pt x="0" y="0"/>
                </a:moveTo>
                <a:lnTo>
                  <a:pt x="292741" y="0"/>
                </a:lnTo>
                <a:lnTo>
                  <a:pt x="292741" y="292741"/>
                </a:lnTo>
                <a:lnTo>
                  <a:pt x="0" y="29274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2257" r="0" b="-3226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76017" y="2521001"/>
            <a:ext cx="2465184" cy="31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Next.js 15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76017" y="2920451"/>
            <a:ext cx="9477966" cy="28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Modern React framework powering the user interface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759171" y="3576342"/>
            <a:ext cx="9911658" cy="1913487"/>
            <a:chOff x="0" y="0"/>
            <a:chExt cx="13215544" cy="25513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215621" cy="2551303"/>
            </a:xfrm>
            <a:custGeom>
              <a:avLst/>
              <a:gdLst/>
              <a:ahLst/>
              <a:cxnLst/>
              <a:rect r="r" b="b" t="t" l="l"/>
              <a:pathLst>
                <a:path h="2551303" w="13215621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3172187" y="0"/>
                  </a:lnTo>
                  <a:cubicBezTo>
                    <a:pt x="13196190" y="0"/>
                    <a:pt x="13215621" y="19431"/>
                    <a:pt x="13215621" y="43434"/>
                  </a:cubicBezTo>
                  <a:lnTo>
                    <a:pt x="13215621" y="2507869"/>
                  </a:lnTo>
                  <a:cubicBezTo>
                    <a:pt x="13215621" y="2531872"/>
                    <a:pt x="13196190" y="2551303"/>
                    <a:pt x="13172187" y="2551303"/>
                  </a:cubicBezTo>
                  <a:lnTo>
                    <a:pt x="43434" y="2551303"/>
                  </a:lnTo>
                  <a:cubicBezTo>
                    <a:pt x="19431" y="2551303"/>
                    <a:pt x="0" y="2531872"/>
                    <a:pt x="0" y="2507869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76017" y="3793179"/>
            <a:ext cx="650824" cy="650824"/>
            <a:chOff x="0" y="0"/>
            <a:chExt cx="867766" cy="8677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7791" cy="867791"/>
            </a:xfrm>
            <a:custGeom>
              <a:avLst/>
              <a:gdLst/>
              <a:ahLst/>
              <a:cxnLst/>
              <a:rect r="r" b="b" t="t" l="l"/>
              <a:pathLst>
                <a:path h="867791" w="867791">
                  <a:moveTo>
                    <a:pt x="0" y="433832"/>
                  </a:moveTo>
                  <a:cubicBezTo>
                    <a:pt x="0" y="194310"/>
                    <a:pt x="194310" y="0"/>
                    <a:pt x="433832" y="0"/>
                  </a:cubicBezTo>
                  <a:cubicBezTo>
                    <a:pt x="673354" y="0"/>
                    <a:pt x="867791" y="194310"/>
                    <a:pt x="867791" y="433832"/>
                  </a:cubicBezTo>
                  <a:cubicBezTo>
                    <a:pt x="867791" y="673354"/>
                    <a:pt x="673481" y="867791"/>
                    <a:pt x="433832" y="867791"/>
                  </a:cubicBezTo>
                  <a:cubicBezTo>
                    <a:pt x="194183" y="867791"/>
                    <a:pt x="0" y="673481"/>
                    <a:pt x="0" y="433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1155059" y="3972220"/>
            <a:ext cx="292741" cy="292741"/>
          </a:xfrm>
          <a:custGeom>
            <a:avLst/>
            <a:gdLst/>
            <a:ahLst/>
            <a:cxnLst/>
            <a:rect r="r" b="b" t="t" l="l"/>
            <a:pathLst>
              <a:path h="292741" w="292741">
                <a:moveTo>
                  <a:pt x="0" y="0"/>
                </a:moveTo>
                <a:lnTo>
                  <a:pt x="292741" y="0"/>
                </a:lnTo>
                <a:lnTo>
                  <a:pt x="292741" y="292742"/>
                </a:lnTo>
                <a:lnTo>
                  <a:pt x="0" y="2927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46775" r="0" b="-46775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6017" y="4586878"/>
            <a:ext cx="2465184" cy="31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Tailwind CSS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76017" y="4986337"/>
            <a:ext cx="9477966" cy="28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Fast, consistent styling with reusable components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59171" y="5642219"/>
            <a:ext cx="9911658" cy="1913487"/>
            <a:chOff x="0" y="0"/>
            <a:chExt cx="13215544" cy="25513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215621" cy="2551303"/>
            </a:xfrm>
            <a:custGeom>
              <a:avLst/>
              <a:gdLst/>
              <a:ahLst/>
              <a:cxnLst/>
              <a:rect r="r" b="b" t="t" l="l"/>
              <a:pathLst>
                <a:path h="2551303" w="13215621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3172187" y="0"/>
                  </a:lnTo>
                  <a:cubicBezTo>
                    <a:pt x="13196190" y="0"/>
                    <a:pt x="13215621" y="19431"/>
                    <a:pt x="13215621" y="43434"/>
                  </a:cubicBezTo>
                  <a:lnTo>
                    <a:pt x="13215621" y="2507869"/>
                  </a:lnTo>
                  <a:cubicBezTo>
                    <a:pt x="13215621" y="2531872"/>
                    <a:pt x="13196190" y="2551303"/>
                    <a:pt x="13172187" y="2551303"/>
                  </a:cubicBezTo>
                  <a:lnTo>
                    <a:pt x="43434" y="2551303"/>
                  </a:lnTo>
                  <a:cubicBezTo>
                    <a:pt x="19431" y="2551303"/>
                    <a:pt x="0" y="2531872"/>
                    <a:pt x="0" y="2507869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76017" y="5859066"/>
            <a:ext cx="650824" cy="650824"/>
            <a:chOff x="0" y="0"/>
            <a:chExt cx="867766" cy="8677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67791" cy="867791"/>
            </a:xfrm>
            <a:custGeom>
              <a:avLst/>
              <a:gdLst/>
              <a:ahLst/>
              <a:cxnLst/>
              <a:rect r="r" b="b" t="t" l="l"/>
              <a:pathLst>
                <a:path h="867791" w="867791">
                  <a:moveTo>
                    <a:pt x="0" y="433832"/>
                  </a:moveTo>
                  <a:cubicBezTo>
                    <a:pt x="0" y="194310"/>
                    <a:pt x="194310" y="0"/>
                    <a:pt x="433832" y="0"/>
                  </a:cubicBezTo>
                  <a:cubicBezTo>
                    <a:pt x="673354" y="0"/>
                    <a:pt x="867791" y="194310"/>
                    <a:pt x="867791" y="433832"/>
                  </a:cubicBezTo>
                  <a:cubicBezTo>
                    <a:pt x="867791" y="673354"/>
                    <a:pt x="673481" y="867791"/>
                    <a:pt x="433832" y="867791"/>
                  </a:cubicBezTo>
                  <a:cubicBezTo>
                    <a:pt x="194183" y="867791"/>
                    <a:pt x="0" y="673481"/>
                    <a:pt x="0" y="433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1155059" y="6038107"/>
            <a:ext cx="292741" cy="292741"/>
          </a:xfrm>
          <a:custGeom>
            <a:avLst/>
            <a:gdLst/>
            <a:ahLst/>
            <a:cxnLst/>
            <a:rect r="r" b="b" t="t" l="l"/>
            <a:pathLst>
              <a:path h="292741" w="292741">
                <a:moveTo>
                  <a:pt x="0" y="0"/>
                </a:moveTo>
                <a:lnTo>
                  <a:pt x="292741" y="0"/>
                </a:lnTo>
                <a:lnTo>
                  <a:pt x="292741" y="292741"/>
                </a:lnTo>
                <a:lnTo>
                  <a:pt x="0" y="29274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976017" y="6652765"/>
            <a:ext cx="2465184" cy="31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Zustand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6017" y="7052224"/>
            <a:ext cx="9477966" cy="28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Global state management for user data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759171" y="7708106"/>
            <a:ext cx="9911658" cy="1913487"/>
            <a:chOff x="0" y="0"/>
            <a:chExt cx="13215544" cy="25513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3215621" cy="2551303"/>
            </a:xfrm>
            <a:custGeom>
              <a:avLst/>
              <a:gdLst/>
              <a:ahLst/>
              <a:cxnLst/>
              <a:rect r="r" b="b" t="t" l="l"/>
              <a:pathLst>
                <a:path h="2551303" w="13215621">
                  <a:moveTo>
                    <a:pt x="0" y="43434"/>
                  </a:moveTo>
                  <a:cubicBezTo>
                    <a:pt x="0" y="19431"/>
                    <a:pt x="19431" y="0"/>
                    <a:pt x="43434" y="0"/>
                  </a:cubicBezTo>
                  <a:lnTo>
                    <a:pt x="13172187" y="0"/>
                  </a:lnTo>
                  <a:cubicBezTo>
                    <a:pt x="13196190" y="0"/>
                    <a:pt x="13215621" y="19431"/>
                    <a:pt x="13215621" y="43434"/>
                  </a:cubicBezTo>
                  <a:lnTo>
                    <a:pt x="13215621" y="2507869"/>
                  </a:lnTo>
                  <a:cubicBezTo>
                    <a:pt x="13215621" y="2531872"/>
                    <a:pt x="13196190" y="2551303"/>
                    <a:pt x="13172187" y="2551303"/>
                  </a:cubicBezTo>
                  <a:lnTo>
                    <a:pt x="43434" y="2551303"/>
                  </a:lnTo>
                  <a:cubicBezTo>
                    <a:pt x="19431" y="2551303"/>
                    <a:pt x="0" y="2531872"/>
                    <a:pt x="0" y="2507869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976017" y="7924952"/>
            <a:ext cx="650824" cy="650824"/>
            <a:chOff x="0" y="0"/>
            <a:chExt cx="867766" cy="86776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67791" cy="867791"/>
            </a:xfrm>
            <a:custGeom>
              <a:avLst/>
              <a:gdLst/>
              <a:ahLst/>
              <a:cxnLst/>
              <a:rect r="r" b="b" t="t" l="l"/>
              <a:pathLst>
                <a:path h="867791" w="867791">
                  <a:moveTo>
                    <a:pt x="0" y="433832"/>
                  </a:moveTo>
                  <a:cubicBezTo>
                    <a:pt x="0" y="194310"/>
                    <a:pt x="194310" y="0"/>
                    <a:pt x="433832" y="0"/>
                  </a:cubicBezTo>
                  <a:cubicBezTo>
                    <a:pt x="673354" y="0"/>
                    <a:pt x="867791" y="194310"/>
                    <a:pt x="867791" y="433832"/>
                  </a:cubicBezTo>
                  <a:cubicBezTo>
                    <a:pt x="867791" y="673354"/>
                    <a:pt x="673481" y="867791"/>
                    <a:pt x="433832" y="867791"/>
                  </a:cubicBezTo>
                  <a:cubicBezTo>
                    <a:pt x="194183" y="867791"/>
                    <a:pt x="0" y="673481"/>
                    <a:pt x="0" y="433832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38" id="38" descr="preencoded.png"/>
          <p:cNvSpPr/>
          <p:nvPr/>
        </p:nvSpPr>
        <p:spPr>
          <a:xfrm flipH="false" flipV="false" rot="0">
            <a:off x="1155059" y="8103984"/>
            <a:ext cx="292741" cy="292741"/>
          </a:xfrm>
          <a:custGeom>
            <a:avLst/>
            <a:gdLst/>
            <a:ahLst/>
            <a:cxnLst/>
            <a:rect r="r" b="b" t="t" l="l"/>
            <a:pathLst>
              <a:path h="292741" w="292741">
                <a:moveTo>
                  <a:pt x="0" y="0"/>
                </a:moveTo>
                <a:lnTo>
                  <a:pt x="292741" y="0"/>
                </a:lnTo>
                <a:lnTo>
                  <a:pt x="292741" y="292742"/>
                </a:lnTo>
                <a:lnTo>
                  <a:pt x="0" y="29274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-8065" r="0" b="-8065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76017" y="8718652"/>
            <a:ext cx="2465184" cy="317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React Query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76017" y="9118102"/>
            <a:ext cx="9477966" cy="286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687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Server data fetching and intelligent caching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91864" y="1102662"/>
            <a:ext cx="14240437" cy="8135474"/>
            <a:chOff x="0" y="0"/>
            <a:chExt cx="18987249" cy="108472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87263" cy="10847324"/>
            </a:xfrm>
            <a:custGeom>
              <a:avLst/>
              <a:gdLst/>
              <a:ahLst/>
              <a:cxnLst/>
              <a:rect r="r" b="b" t="t" l="l"/>
              <a:pathLst>
                <a:path h="10847324" w="18987263">
                  <a:moveTo>
                    <a:pt x="0" y="0"/>
                  </a:moveTo>
                  <a:lnTo>
                    <a:pt x="18987263" y="0"/>
                  </a:lnTo>
                  <a:lnTo>
                    <a:pt x="18987263" y="10847324"/>
                  </a:lnTo>
                  <a:lnTo>
                    <a:pt x="0" y="108473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894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319614" y="968188"/>
            <a:ext cx="13648763" cy="8350625"/>
            <a:chOff x="0" y="0"/>
            <a:chExt cx="18198351" cy="111341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198337" cy="11134217"/>
            </a:xfrm>
            <a:custGeom>
              <a:avLst/>
              <a:gdLst/>
              <a:ahLst/>
              <a:cxnLst/>
              <a:rect r="r" b="b" t="t" l="l"/>
              <a:pathLst>
                <a:path h="11134217" w="18198337">
                  <a:moveTo>
                    <a:pt x="0" y="0"/>
                  </a:moveTo>
                  <a:lnTo>
                    <a:pt x="18198337" y="0"/>
                  </a:lnTo>
                  <a:lnTo>
                    <a:pt x="18198337" y="11134217"/>
                  </a:lnTo>
                  <a:lnTo>
                    <a:pt x="0" y="111342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43058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19514" y="887511"/>
            <a:ext cx="15208625" cy="8565775"/>
            <a:chOff x="0" y="0"/>
            <a:chExt cx="20278166" cy="1142103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78217" cy="11420983"/>
            </a:xfrm>
            <a:custGeom>
              <a:avLst/>
              <a:gdLst/>
              <a:ahLst/>
              <a:cxnLst/>
              <a:rect r="r" b="b" t="t" l="l"/>
              <a:pathLst>
                <a:path h="11420983" w="20278217">
                  <a:moveTo>
                    <a:pt x="0" y="0"/>
                  </a:moveTo>
                  <a:lnTo>
                    <a:pt x="20278217" y="0"/>
                  </a:lnTo>
                  <a:lnTo>
                    <a:pt x="20278217" y="11420983"/>
                  </a:lnTo>
                  <a:lnTo>
                    <a:pt x="0" y="114209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3658" b="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44711" y="591674"/>
            <a:ext cx="15638926" cy="9036425"/>
            <a:chOff x="0" y="0"/>
            <a:chExt cx="20851901" cy="120485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51876" cy="12048617"/>
            </a:xfrm>
            <a:custGeom>
              <a:avLst/>
              <a:gdLst/>
              <a:ahLst/>
              <a:cxnLst/>
              <a:rect r="r" b="b" t="t" l="l"/>
              <a:pathLst>
                <a:path h="12048617" w="20851876">
                  <a:moveTo>
                    <a:pt x="0" y="0"/>
                  </a:moveTo>
                  <a:lnTo>
                    <a:pt x="20851876" y="0"/>
                  </a:lnTo>
                  <a:lnTo>
                    <a:pt x="20851876" y="12048617"/>
                  </a:lnTo>
                  <a:lnTo>
                    <a:pt x="0" y="120486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6896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59862" y="443751"/>
            <a:ext cx="15464114" cy="9224686"/>
            <a:chOff x="0" y="0"/>
            <a:chExt cx="20618818" cy="12299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18831" cy="12299569"/>
            </a:xfrm>
            <a:custGeom>
              <a:avLst/>
              <a:gdLst/>
              <a:ahLst/>
              <a:cxnLst/>
              <a:rect r="r" b="b" t="t" l="l"/>
              <a:pathLst>
                <a:path h="12299569" w="20618831">
                  <a:moveTo>
                    <a:pt x="0" y="0"/>
                  </a:moveTo>
                  <a:lnTo>
                    <a:pt x="20618831" y="0"/>
                  </a:lnTo>
                  <a:lnTo>
                    <a:pt x="20618831" y="12299569"/>
                  </a:lnTo>
                  <a:lnTo>
                    <a:pt x="0" y="1229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40398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85049" y="376514"/>
            <a:ext cx="15625486" cy="9291914"/>
            <a:chOff x="0" y="0"/>
            <a:chExt cx="20833982" cy="1238921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833969" cy="12389231"/>
            </a:xfrm>
            <a:custGeom>
              <a:avLst/>
              <a:gdLst/>
              <a:ahLst/>
              <a:cxnLst/>
              <a:rect r="r" b="b" t="t" l="l"/>
              <a:pathLst>
                <a:path h="12389231" w="20833969">
                  <a:moveTo>
                    <a:pt x="0" y="0"/>
                  </a:moveTo>
                  <a:lnTo>
                    <a:pt x="20833969" y="0"/>
                  </a:lnTo>
                  <a:lnTo>
                    <a:pt x="20833969" y="12389231"/>
                  </a:lnTo>
                  <a:lnTo>
                    <a:pt x="0" y="123892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40655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85049" y="322726"/>
            <a:ext cx="15706163" cy="9372600"/>
            <a:chOff x="0" y="0"/>
            <a:chExt cx="20941551" cy="12496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941537" cy="12496800"/>
            </a:xfrm>
            <a:custGeom>
              <a:avLst/>
              <a:gdLst/>
              <a:ahLst/>
              <a:cxnLst/>
              <a:rect r="r" b="b" t="t" l="l"/>
              <a:pathLst>
                <a:path h="12496800" w="20941537">
                  <a:moveTo>
                    <a:pt x="0" y="0"/>
                  </a:moveTo>
                  <a:lnTo>
                    <a:pt x="20941537" y="0"/>
                  </a:lnTo>
                  <a:lnTo>
                    <a:pt x="20941537" y="12496800"/>
                  </a:lnTo>
                  <a:lnTo>
                    <a:pt x="0" y="12496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41282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116111" y="443751"/>
            <a:ext cx="16136474" cy="9130551"/>
            <a:chOff x="0" y="0"/>
            <a:chExt cx="21515299" cy="121740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15324" cy="12174093"/>
            </a:xfrm>
            <a:custGeom>
              <a:avLst/>
              <a:gdLst/>
              <a:ahLst/>
              <a:cxnLst/>
              <a:rect r="r" b="b" t="t" l="l"/>
              <a:pathLst>
                <a:path h="12174093" w="21515324">
                  <a:moveTo>
                    <a:pt x="0" y="0"/>
                  </a:moveTo>
                  <a:lnTo>
                    <a:pt x="21515324" y="0"/>
                  </a:lnTo>
                  <a:lnTo>
                    <a:pt x="21515324" y="12174093"/>
                  </a:lnTo>
                  <a:lnTo>
                    <a:pt x="0" y="121740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2956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27849" y="443751"/>
            <a:ext cx="16123025" cy="9224686"/>
            <a:chOff x="0" y="0"/>
            <a:chExt cx="21497366" cy="1229958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497417" cy="12299569"/>
            </a:xfrm>
            <a:custGeom>
              <a:avLst/>
              <a:gdLst/>
              <a:ahLst/>
              <a:cxnLst/>
              <a:rect r="r" b="b" t="t" l="l"/>
              <a:pathLst>
                <a:path h="12299569" w="21497417">
                  <a:moveTo>
                    <a:pt x="0" y="0"/>
                  </a:moveTo>
                  <a:lnTo>
                    <a:pt x="21497417" y="0"/>
                  </a:lnTo>
                  <a:lnTo>
                    <a:pt x="21497417" y="12299569"/>
                  </a:lnTo>
                  <a:lnTo>
                    <a:pt x="0" y="1229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378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80877" y="685800"/>
            <a:ext cx="15181726" cy="8969188"/>
            <a:chOff x="0" y="0"/>
            <a:chExt cx="20242301" cy="1195891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242276" cy="11958955"/>
            </a:xfrm>
            <a:custGeom>
              <a:avLst/>
              <a:gdLst/>
              <a:ahLst/>
              <a:cxnLst/>
              <a:rect r="r" b="b" t="t" l="l"/>
              <a:pathLst>
                <a:path h="11958955" w="20242276">
                  <a:moveTo>
                    <a:pt x="0" y="0"/>
                  </a:moveTo>
                  <a:lnTo>
                    <a:pt x="20242276" y="0"/>
                  </a:lnTo>
                  <a:lnTo>
                    <a:pt x="20242276" y="11958955"/>
                  </a:lnTo>
                  <a:lnTo>
                    <a:pt x="0" y="11958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8140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52286" y="537886"/>
            <a:ext cx="15302751" cy="9157449"/>
            <a:chOff x="0" y="0"/>
            <a:chExt cx="20403668" cy="122099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403693" cy="12209907"/>
            </a:xfrm>
            <a:custGeom>
              <a:avLst/>
              <a:gdLst/>
              <a:ahLst/>
              <a:cxnLst/>
              <a:rect r="r" b="b" t="t" l="l"/>
              <a:pathLst>
                <a:path h="12209907" w="20403693">
                  <a:moveTo>
                    <a:pt x="0" y="0"/>
                  </a:moveTo>
                  <a:lnTo>
                    <a:pt x="20403693" y="0"/>
                  </a:lnTo>
                  <a:lnTo>
                    <a:pt x="20403693" y="12209907"/>
                  </a:lnTo>
                  <a:lnTo>
                    <a:pt x="0" y="122099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40844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04363" y="457200"/>
            <a:ext cx="15141388" cy="9144000"/>
            <a:chOff x="0" y="0"/>
            <a:chExt cx="20188517" cy="12192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188555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20188555">
                  <a:moveTo>
                    <a:pt x="0" y="0"/>
                  </a:moveTo>
                  <a:lnTo>
                    <a:pt x="20188555" y="0"/>
                  </a:lnTo>
                  <a:lnTo>
                    <a:pt x="20188555" y="12192000"/>
                  </a:lnTo>
                  <a:lnTo>
                    <a:pt x="0" y="1219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9965" b="0"/>
              </a:stretch>
            </a:blipFill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899649" y="618563"/>
            <a:ext cx="9816351" cy="8982637"/>
            <a:chOff x="0" y="0"/>
            <a:chExt cx="13088468" cy="119768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3088493" cy="11976862"/>
            </a:xfrm>
            <a:custGeom>
              <a:avLst/>
              <a:gdLst/>
              <a:ahLst/>
              <a:cxnLst/>
              <a:rect r="r" b="b" t="t" l="l"/>
              <a:pathLst>
                <a:path h="11976862" w="13088493">
                  <a:moveTo>
                    <a:pt x="0" y="0"/>
                  </a:moveTo>
                  <a:lnTo>
                    <a:pt x="13088493" y="0"/>
                  </a:lnTo>
                  <a:lnTo>
                    <a:pt x="13088493" y="11976862"/>
                  </a:lnTo>
                  <a:lnTo>
                    <a:pt x="0" y="119768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-19925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4191" y="777030"/>
            <a:ext cx="6549476" cy="8732787"/>
            <a:chOff x="0" y="0"/>
            <a:chExt cx="8732634" cy="11643716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79744" y="1032272"/>
            <a:ext cx="8060236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Architecture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79744" y="2400148"/>
            <a:ext cx="1542602" cy="1851127"/>
            <a:chOff x="0" y="0"/>
            <a:chExt cx="2056803" cy="2468169"/>
          </a:xfrm>
        </p:grpSpPr>
        <p:sp>
          <p:nvSpPr>
            <p:cNvPr name="Freeform 14" id="14" descr="preencoded.png"/>
            <p:cNvSpPr/>
            <p:nvPr/>
          </p:nvSpPr>
          <p:spPr>
            <a:xfrm flipH="false" flipV="false" rot="0">
              <a:off x="0" y="0"/>
              <a:ext cx="2056765" cy="2468118"/>
            </a:xfrm>
            <a:custGeom>
              <a:avLst/>
              <a:gdLst/>
              <a:ahLst/>
              <a:cxnLst/>
              <a:rect r="r" b="b" t="t" l="l"/>
              <a:pathLst>
                <a:path h="2468118" w="2056765">
                  <a:moveTo>
                    <a:pt x="0" y="0"/>
                  </a:moveTo>
                  <a:lnTo>
                    <a:pt x="2056765" y="0"/>
                  </a:lnTo>
                  <a:lnTo>
                    <a:pt x="2056765" y="2468118"/>
                  </a:lnTo>
                  <a:lnTo>
                    <a:pt x="0" y="2468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03" t="0" r="-104" b="-2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930871" y="2689622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Routes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30871" y="3255759"/>
            <a:ext cx="741938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API endpoints definition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79744" y="4251274"/>
            <a:ext cx="1542602" cy="1851127"/>
            <a:chOff x="0" y="0"/>
            <a:chExt cx="2056803" cy="2468169"/>
          </a:xfrm>
        </p:grpSpPr>
        <p:sp>
          <p:nvSpPr>
            <p:cNvPr name="Freeform 18" id="18" descr="preencoded.png"/>
            <p:cNvSpPr/>
            <p:nvPr/>
          </p:nvSpPr>
          <p:spPr>
            <a:xfrm flipH="false" flipV="false" rot="0">
              <a:off x="0" y="0"/>
              <a:ext cx="2056765" cy="2468118"/>
            </a:xfrm>
            <a:custGeom>
              <a:avLst/>
              <a:gdLst/>
              <a:ahLst/>
              <a:cxnLst/>
              <a:rect r="r" b="b" t="t" l="l"/>
              <a:pathLst>
                <a:path h="2468118" w="2056765">
                  <a:moveTo>
                    <a:pt x="0" y="0"/>
                  </a:moveTo>
                  <a:lnTo>
                    <a:pt x="2056765" y="0"/>
                  </a:lnTo>
                  <a:lnTo>
                    <a:pt x="2056765" y="2468118"/>
                  </a:lnTo>
                  <a:lnTo>
                    <a:pt x="0" y="2468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03" t="0" r="-104" b="-2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2930871" y="4540748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Controllers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930871" y="5106886"/>
            <a:ext cx="741938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Request handling logic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9744" y="6102401"/>
            <a:ext cx="1542602" cy="1851127"/>
            <a:chOff x="0" y="0"/>
            <a:chExt cx="2056803" cy="2468169"/>
          </a:xfrm>
        </p:grpSpPr>
        <p:sp>
          <p:nvSpPr>
            <p:cNvPr name="Freeform 22" id="22" descr="preencoded.png"/>
            <p:cNvSpPr/>
            <p:nvPr/>
          </p:nvSpPr>
          <p:spPr>
            <a:xfrm flipH="false" flipV="false" rot="0">
              <a:off x="0" y="0"/>
              <a:ext cx="2056765" cy="2468118"/>
            </a:xfrm>
            <a:custGeom>
              <a:avLst/>
              <a:gdLst/>
              <a:ahLst/>
              <a:cxnLst/>
              <a:rect r="r" b="b" t="t" l="l"/>
              <a:pathLst>
                <a:path h="2468118" w="2056765">
                  <a:moveTo>
                    <a:pt x="0" y="0"/>
                  </a:moveTo>
                  <a:lnTo>
                    <a:pt x="2056765" y="0"/>
                  </a:lnTo>
                  <a:lnTo>
                    <a:pt x="2056765" y="2468118"/>
                  </a:lnTo>
                  <a:lnTo>
                    <a:pt x="0" y="24681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03" t="0" r="-104" b="-2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2930871" y="6391866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930871" y="6958012"/>
            <a:ext cx="7419384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Business logic processing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79744" y="8224390"/>
            <a:ext cx="9270502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Built with </a:t>
            </a: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Express.js and TypeScript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, following RESTful API principles for scalable, organized communication between frontend and database.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29148" y="891178"/>
            <a:ext cx="7158190" cy="854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62"/>
              </a:lnSpc>
            </a:pPr>
            <a:r>
              <a:rPr lang="en-US" sz="525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Middleware Pipeline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29148" y="2306088"/>
            <a:ext cx="588016" cy="367455"/>
            <a:chOff x="0" y="0"/>
            <a:chExt cx="784022" cy="48994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4027" cy="489942"/>
            </a:xfrm>
            <a:custGeom>
              <a:avLst/>
              <a:gdLst/>
              <a:ahLst/>
              <a:cxnLst/>
              <a:rect r="r" b="b" t="t" l="l"/>
              <a:pathLst>
                <a:path h="489942" w="784027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t="0" r="-30176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9148" y="2767603"/>
            <a:ext cx="7974654" cy="38100"/>
            <a:chOff x="0" y="0"/>
            <a:chExt cx="10632872" cy="50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32821" cy="50800"/>
            </a:xfrm>
            <a:custGeom>
              <a:avLst/>
              <a:gdLst/>
              <a:ahLst/>
              <a:cxnLst/>
              <a:rect r="r" b="b" t="t" l="l"/>
              <a:pathLst>
                <a:path h="50800" w="10632821">
                  <a:moveTo>
                    <a:pt x="0" y="0"/>
                  </a:moveTo>
                  <a:lnTo>
                    <a:pt x="10632821" y="0"/>
                  </a:lnTo>
                  <a:lnTo>
                    <a:pt x="1063282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29148" y="2981173"/>
            <a:ext cx="334163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9148" y="3519192"/>
            <a:ext cx="7974654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Access permission control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84046" y="2306088"/>
            <a:ext cx="588016" cy="367455"/>
            <a:chOff x="0" y="0"/>
            <a:chExt cx="784022" cy="48994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4027" cy="489942"/>
            </a:xfrm>
            <a:custGeom>
              <a:avLst/>
              <a:gdLst/>
              <a:ahLst/>
              <a:cxnLst/>
              <a:rect r="r" b="b" t="t" l="l"/>
              <a:pathLst>
                <a:path h="489942" w="784027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t="0" r="-3017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284046" y="2767603"/>
            <a:ext cx="7974806" cy="38100"/>
            <a:chOff x="0" y="0"/>
            <a:chExt cx="10633075" cy="50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633075" cy="50800"/>
            </a:xfrm>
            <a:custGeom>
              <a:avLst/>
              <a:gdLst/>
              <a:ahLst/>
              <a:cxnLst/>
              <a:rect r="r" b="b" t="t" l="l"/>
              <a:pathLst>
                <a:path h="50800" w="10633075">
                  <a:moveTo>
                    <a:pt x="0" y="0"/>
                  </a:moveTo>
                  <a:lnTo>
                    <a:pt x="10633075" y="0"/>
                  </a:lnTo>
                  <a:lnTo>
                    <a:pt x="1063307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284046" y="2981173"/>
            <a:ext cx="334163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JSON Parser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84046" y="3519192"/>
            <a:ext cx="7974806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Request data processing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29148" y="4507706"/>
            <a:ext cx="588016" cy="367455"/>
            <a:chOff x="0" y="0"/>
            <a:chExt cx="784022" cy="48994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84027" cy="489942"/>
            </a:xfrm>
            <a:custGeom>
              <a:avLst/>
              <a:gdLst/>
              <a:ahLst/>
              <a:cxnLst/>
              <a:rect r="r" b="b" t="t" l="l"/>
              <a:pathLst>
                <a:path h="489942" w="784027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t="0" r="-30176" b="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9148" y="4969221"/>
            <a:ext cx="7974654" cy="38100"/>
            <a:chOff x="0" y="0"/>
            <a:chExt cx="10632872" cy="5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632821" cy="50800"/>
            </a:xfrm>
            <a:custGeom>
              <a:avLst/>
              <a:gdLst/>
              <a:ahLst/>
              <a:cxnLst/>
              <a:rect r="r" b="b" t="t" l="l"/>
              <a:pathLst>
                <a:path h="50800" w="10632821">
                  <a:moveTo>
                    <a:pt x="0" y="0"/>
                  </a:moveTo>
                  <a:lnTo>
                    <a:pt x="10632821" y="0"/>
                  </a:lnTo>
                  <a:lnTo>
                    <a:pt x="1063282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029148" y="5182791"/>
            <a:ext cx="334163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Logger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29148" y="5720801"/>
            <a:ext cx="7974654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System activity tracking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84046" y="4507706"/>
            <a:ext cx="588016" cy="367455"/>
            <a:chOff x="0" y="0"/>
            <a:chExt cx="784022" cy="48994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84027" cy="489942"/>
            </a:xfrm>
            <a:custGeom>
              <a:avLst/>
              <a:gdLst/>
              <a:ahLst/>
              <a:cxnLst/>
              <a:rect r="r" b="b" t="t" l="l"/>
              <a:pathLst>
                <a:path h="489942" w="784027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t="0" r="-30176" b="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04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284046" y="4969221"/>
            <a:ext cx="7974806" cy="38100"/>
            <a:chOff x="0" y="0"/>
            <a:chExt cx="10633075" cy="50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633075" cy="50800"/>
            </a:xfrm>
            <a:custGeom>
              <a:avLst/>
              <a:gdLst/>
              <a:ahLst/>
              <a:cxnLst/>
              <a:rect r="r" b="b" t="t" l="l"/>
              <a:pathLst>
                <a:path h="50800" w="10633075">
                  <a:moveTo>
                    <a:pt x="0" y="0"/>
                  </a:moveTo>
                  <a:lnTo>
                    <a:pt x="10633075" y="0"/>
                  </a:lnTo>
                  <a:lnTo>
                    <a:pt x="1063307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9284046" y="5182791"/>
            <a:ext cx="334163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Rate Limiter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284046" y="5720801"/>
            <a:ext cx="7974806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Abuse prevention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029148" y="6709324"/>
            <a:ext cx="588016" cy="367455"/>
            <a:chOff x="0" y="0"/>
            <a:chExt cx="784022" cy="48994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784027" cy="489942"/>
            </a:xfrm>
            <a:custGeom>
              <a:avLst/>
              <a:gdLst/>
              <a:ahLst/>
              <a:cxnLst/>
              <a:rect r="r" b="b" t="t" l="l"/>
              <a:pathLst>
                <a:path h="489942" w="784027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t="0" r="-30176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29148" y="7170839"/>
            <a:ext cx="7974654" cy="38100"/>
            <a:chOff x="0" y="0"/>
            <a:chExt cx="10632872" cy="50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632821" cy="50800"/>
            </a:xfrm>
            <a:custGeom>
              <a:avLst/>
              <a:gdLst/>
              <a:ahLst/>
              <a:cxnLst/>
              <a:rect r="r" b="b" t="t" l="l"/>
              <a:pathLst>
                <a:path h="50800" w="10632821">
                  <a:moveTo>
                    <a:pt x="0" y="0"/>
                  </a:moveTo>
                  <a:lnTo>
                    <a:pt x="10632821" y="0"/>
                  </a:lnTo>
                  <a:lnTo>
                    <a:pt x="10632821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029148" y="7384409"/>
            <a:ext cx="334163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Authentication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29148" y="7922419"/>
            <a:ext cx="7974654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JWT verification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284046" y="6709324"/>
            <a:ext cx="588016" cy="367455"/>
            <a:chOff x="0" y="0"/>
            <a:chExt cx="784022" cy="48994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784027" cy="489942"/>
            </a:xfrm>
            <a:custGeom>
              <a:avLst/>
              <a:gdLst/>
              <a:ahLst/>
              <a:cxnLst/>
              <a:rect r="r" b="b" t="t" l="l"/>
              <a:pathLst>
                <a:path h="489942" w="784027">
                  <a:moveTo>
                    <a:pt x="0" y="0"/>
                  </a:moveTo>
                  <a:lnTo>
                    <a:pt x="784027" y="0"/>
                  </a:lnTo>
                  <a:lnTo>
                    <a:pt x="784027" y="489942"/>
                  </a:lnTo>
                  <a:lnTo>
                    <a:pt x="0" y="4899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0177" t="0" r="-30176" b="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57150"/>
              <a:ext cx="784022" cy="5470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312">
                  <a:solidFill>
                    <a:srgbClr val="E2E6E9"/>
                  </a:solidFill>
                  <a:latin typeface="Montserrat Light"/>
                  <a:ea typeface="Montserrat Light"/>
                  <a:cs typeface="Montserrat Light"/>
                  <a:sym typeface="Montserrat Light"/>
                </a:rPr>
                <a:t>06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9284046" y="7170839"/>
            <a:ext cx="7974806" cy="38100"/>
            <a:chOff x="0" y="0"/>
            <a:chExt cx="10633075" cy="50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633075" cy="50800"/>
            </a:xfrm>
            <a:custGeom>
              <a:avLst/>
              <a:gdLst/>
              <a:ahLst/>
              <a:cxnLst/>
              <a:rect r="r" b="b" t="t" l="l"/>
              <a:pathLst>
                <a:path h="50800" w="10633075">
                  <a:moveTo>
                    <a:pt x="0" y="0"/>
                  </a:moveTo>
                  <a:lnTo>
                    <a:pt x="10633075" y="0"/>
                  </a:lnTo>
                  <a:lnTo>
                    <a:pt x="10633075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9284046" y="7384409"/>
            <a:ext cx="3341637" cy="427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9"/>
              </a:lnSpc>
            </a:pPr>
            <a:r>
              <a:rPr lang="en-US" sz="2625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Authorization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284046" y="7922419"/>
            <a:ext cx="7974806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Role-based access checks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29148" y="8888759"/>
            <a:ext cx="16229705" cy="487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5"/>
              </a:lnSpc>
            </a:pPr>
            <a:r>
              <a:rPr lang="en-US" sz="2312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Centralized error handling ensures consistent responses throughout the request lifecycle.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254471"/>
            <a:ext cx="9820123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Role-Based Access Control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079744" y="2776690"/>
            <a:ext cx="2687984" cy="1703041"/>
            <a:chOff x="0" y="0"/>
            <a:chExt cx="3583978" cy="227072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83940" cy="2270760"/>
            </a:xfrm>
            <a:custGeom>
              <a:avLst/>
              <a:gdLst/>
              <a:ahLst/>
              <a:cxnLst/>
              <a:rect r="r" b="b" t="t" l="l"/>
              <a:pathLst>
                <a:path h="2270760" w="3583940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3522218" y="0"/>
                  </a:lnTo>
                  <a:cubicBezTo>
                    <a:pt x="3556254" y="0"/>
                    <a:pt x="3583940" y="27686"/>
                    <a:pt x="3583940" y="61722"/>
                  </a:cubicBezTo>
                  <a:lnTo>
                    <a:pt x="3583940" y="2209038"/>
                  </a:lnTo>
                  <a:cubicBezTo>
                    <a:pt x="3583940" y="2243074"/>
                    <a:pt x="3556254" y="2270760"/>
                    <a:pt x="3522218" y="2270760"/>
                  </a:cubicBezTo>
                  <a:lnTo>
                    <a:pt x="61722" y="2270760"/>
                  </a:lnTo>
                  <a:cubicBezTo>
                    <a:pt x="27686" y="2270760"/>
                    <a:pt x="0" y="2243074"/>
                    <a:pt x="0" y="220903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Freeform 9" id="9" descr="preencoded.png"/>
          <p:cNvSpPr/>
          <p:nvPr/>
        </p:nvSpPr>
        <p:spPr>
          <a:xfrm flipH="false" flipV="false" rot="0">
            <a:off x="2206828" y="3411141"/>
            <a:ext cx="433835" cy="433835"/>
          </a:xfrm>
          <a:custGeom>
            <a:avLst/>
            <a:gdLst/>
            <a:ahLst/>
            <a:cxnLst/>
            <a:rect r="r" b="b" t="t" l="l"/>
            <a:pathLst>
              <a:path h="433835" w="433835">
                <a:moveTo>
                  <a:pt x="0" y="0"/>
                </a:moveTo>
                <a:lnTo>
                  <a:pt x="433835" y="0"/>
                </a:lnTo>
                <a:lnTo>
                  <a:pt x="433835" y="433835"/>
                </a:lnTo>
                <a:lnTo>
                  <a:pt x="0" y="43383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7390" r="0" b="-1739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76252" y="3066155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Student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076252" y="3632302"/>
            <a:ext cx="7022306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Browse clubs, apply for recruitment, register for events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921919" y="4460672"/>
            <a:ext cx="13132146" cy="19050"/>
            <a:chOff x="0" y="0"/>
            <a:chExt cx="17509528" cy="2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7509489" cy="25400"/>
            </a:xfrm>
            <a:custGeom>
              <a:avLst/>
              <a:gdLst/>
              <a:ahLst/>
              <a:cxnLst/>
              <a:rect r="r" b="b" t="t" l="l"/>
              <a:pathLst>
                <a:path h="25400" w="17509489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7496789" y="0"/>
                  </a:lnTo>
                  <a:cubicBezTo>
                    <a:pt x="17503775" y="0"/>
                    <a:pt x="17509489" y="5715"/>
                    <a:pt x="17509489" y="12700"/>
                  </a:cubicBezTo>
                  <a:cubicBezTo>
                    <a:pt x="17509489" y="19685"/>
                    <a:pt x="17503775" y="25400"/>
                    <a:pt x="17496789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79744" y="4633912"/>
            <a:ext cx="5376120" cy="1703041"/>
            <a:chOff x="0" y="0"/>
            <a:chExt cx="7168159" cy="22707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168134" cy="2270760"/>
            </a:xfrm>
            <a:custGeom>
              <a:avLst/>
              <a:gdLst/>
              <a:ahLst/>
              <a:cxnLst/>
              <a:rect r="r" b="b" t="t" l="l"/>
              <a:pathLst>
                <a:path h="2270760" w="7168134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7106412" y="0"/>
                  </a:lnTo>
                  <a:cubicBezTo>
                    <a:pt x="7140448" y="0"/>
                    <a:pt x="7168134" y="27686"/>
                    <a:pt x="7168134" y="61722"/>
                  </a:cubicBezTo>
                  <a:lnTo>
                    <a:pt x="7168134" y="2209038"/>
                  </a:lnTo>
                  <a:cubicBezTo>
                    <a:pt x="7168134" y="2243074"/>
                    <a:pt x="7140448" y="2270760"/>
                    <a:pt x="7106412" y="2270760"/>
                  </a:cubicBezTo>
                  <a:lnTo>
                    <a:pt x="61722" y="2270760"/>
                  </a:lnTo>
                  <a:cubicBezTo>
                    <a:pt x="27686" y="2270760"/>
                    <a:pt x="0" y="2243074"/>
                    <a:pt x="0" y="220903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Freeform 16" id="16" descr="preencoded.png"/>
          <p:cNvSpPr/>
          <p:nvPr/>
        </p:nvSpPr>
        <p:spPr>
          <a:xfrm flipH="false" flipV="false" rot="0">
            <a:off x="3550891" y="5268363"/>
            <a:ext cx="433835" cy="433835"/>
          </a:xfrm>
          <a:custGeom>
            <a:avLst/>
            <a:gdLst/>
            <a:ahLst/>
            <a:cxnLst/>
            <a:rect r="r" b="b" t="t" l="l"/>
            <a:pathLst>
              <a:path h="433835" w="433835">
                <a:moveTo>
                  <a:pt x="0" y="0"/>
                </a:moveTo>
                <a:lnTo>
                  <a:pt x="433836" y="0"/>
                </a:lnTo>
                <a:lnTo>
                  <a:pt x="433836" y="433835"/>
                </a:lnTo>
                <a:lnTo>
                  <a:pt x="0" y="43383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6764388" y="4923387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Club Admin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764388" y="5489524"/>
            <a:ext cx="7869136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Manage club operations, approve events, handle applications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610055" y="6317904"/>
            <a:ext cx="10444010" cy="19050"/>
            <a:chOff x="0" y="0"/>
            <a:chExt cx="13925347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925296" cy="25400"/>
            </a:xfrm>
            <a:custGeom>
              <a:avLst/>
              <a:gdLst/>
              <a:ahLst/>
              <a:cxnLst/>
              <a:rect r="r" b="b" t="t" l="l"/>
              <a:pathLst>
                <a:path h="25400" w="13925296">
                  <a:moveTo>
                    <a:pt x="0" y="12700"/>
                  </a:moveTo>
                  <a:cubicBezTo>
                    <a:pt x="0" y="5715"/>
                    <a:pt x="5715" y="0"/>
                    <a:pt x="12700" y="0"/>
                  </a:cubicBezTo>
                  <a:lnTo>
                    <a:pt x="13912596" y="0"/>
                  </a:lnTo>
                  <a:cubicBezTo>
                    <a:pt x="13919581" y="0"/>
                    <a:pt x="13925296" y="5715"/>
                    <a:pt x="13925296" y="12700"/>
                  </a:cubicBezTo>
                  <a:cubicBezTo>
                    <a:pt x="13925296" y="19685"/>
                    <a:pt x="13919581" y="25400"/>
                    <a:pt x="13912596" y="25400"/>
                  </a:cubicBezTo>
                  <a:lnTo>
                    <a:pt x="12700" y="25400"/>
                  </a:lnTo>
                  <a:cubicBezTo>
                    <a:pt x="5715" y="25400"/>
                    <a:pt x="0" y="19685"/>
                    <a:pt x="0" y="12700"/>
                  </a:cubicBezTo>
                  <a:close/>
                </a:path>
              </a:pathLst>
            </a:custGeom>
            <a:solidFill>
              <a:srgbClr val="494A4B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079744" y="6491135"/>
            <a:ext cx="8064256" cy="1703041"/>
            <a:chOff x="0" y="0"/>
            <a:chExt cx="10752341" cy="227072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52328" cy="2270760"/>
            </a:xfrm>
            <a:custGeom>
              <a:avLst/>
              <a:gdLst/>
              <a:ahLst/>
              <a:cxnLst/>
              <a:rect r="r" b="b" t="t" l="l"/>
              <a:pathLst>
                <a:path h="2270760" w="10752328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690606" y="0"/>
                  </a:lnTo>
                  <a:cubicBezTo>
                    <a:pt x="10724642" y="0"/>
                    <a:pt x="10752328" y="27686"/>
                    <a:pt x="10752328" y="61722"/>
                  </a:cubicBezTo>
                  <a:lnTo>
                    <a:pt x="10752328" y="2209038"/>
                  </a:lnTo>
                  <a:cubicBezTo>
                    <a:pt x="10752328" y="2243074"/>
                    <a:pt x="10724642" y="2270760"/>
                    <a:pt x="10690606" y="2270760"/>
                  </a:cubicBezTo>
                  <a:lnTo>
                    <a:pt x="61722" y="2270760"/>
                  </a:lnTo>
                  <a:cubicBezTo>
                    <a:pt x="27686" y="2270760"/>
                    <a:pt x="0" y="2243074"/>
                    <a:pt x="0" y="220903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Freeform 23" id="23" descr="preencoded.png"/>
          <p:cNvSpPr/>
          <p:nvPr/>
        </p:nvSpPr>
        <p:spPr>
          <a:xfrm flipH="false" flipV="false" rot="0">
            <a:off x="4894955" y="7125595"/>
            <a:ext cx="433835" cy="433835"/>
          </a:xfrm>
          <a:custGeom>
            <a:avLst/>
            <a:gdLst/>
            <a:ahLst/>
            <a:cxnLst/>
            <a:rect r="r" b="b" t="t" l="l"/>
            <a:pathLst>
              <a:path h="433835" w="433835">
                <a:moveTo>
                  <a:pt x="0" y="0"/>
                </a:moveTo>
                <a:lnTo>
                  <a:pt x="433835" y="0"/>
                </a:lnTo>
                <a:lnTo>
                  <a:pt x="433835" y="433836"/>
                </a:lnTo>
                <a:lnTo>
                  <a:pt x="0" y="43383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4347" t="0" r="-4347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9452524" y="6780609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Super Admin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452524" y="7346747"/>
            <a:ext cx="7424147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Full system control, user management, platform oversight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79744" y="8465048"/>
            <a:ext cx="1612850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Strict permission enforcement prevents unauthorized access to sensitive operations.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049015" y="9686925"/>
            <a:ext cx="2153260" cy="514350"/>
            <a:chOff x="0" y="0"/>
            <a:chExt cx="2871013" cy="685800"/>
          </a:xfrm>
        </p:grpSpPr>
        <p:sp>
          <p:nvSpPr>
            <p:cNvPr name="Freeform 7" id="7" descr="preencoded.png">
              <a:hlinkClick r:id="rId3" tooltip="https://gamma.app/?utm_source=made-with-gamma"/>
            </p:cNvPr>
            <p:cNvSpPr/>
            <p:nvPr/>
          </p:nvSpPr>
          <p:spPr>
            <a:xfrm flipH="false" flipV="false" rot="0">
              <a:off x="0" y="0"/>
              <a:ext cx="2870962" cy="685800"/>
            </a:xfrm>
            <a:custGeom>
              <a:avLst/>
              <a:gdLst/>
              <a:ahLst/>
              <a:cxnLst/>
              <a:rect r="r" b="b" t="t" l="l"/>
              <a:pathLst>
                <a:path h="685800" w="2870962">
                  <a:moveTo>
                    <a:pt x="0" y="0"/>
                  </a:moveTo>
                  <a:lnTo>
                    <a:pt x="2870962" y="0"/>
                  </a:lnTo>
                  <a:lnTo>
                    <a:pt x="2870962" y="685800"/>
                  </a:lnTo>
                  <a:lnTo>
                    <a:pt x="0" y="685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1581809" y="773906"/>
            <a:ext cx="6554391" cy="8739188"/>
            <a:chOff x="0" y="0"/>
            <a:chExt cx="8739188" cy="11652250"/>
          </a:xfrm>
        </p:grpSpPr>
        <p:sp>
          <p:nvSpPr>
            <p:cNvPr name="Freeform 11" id="11" descr="preencoded.png"/>
            <p:cNvSpPr/>
            <p:nvPr/>
          </p:nvSpPr>
          <p:spPr>
            <a:xfrm flipH="false" flipV="false" rot="0">
              <a:off x="0" y="0"/>
              <a:ext cx="8739251" cy="11652250"/>
            </a:xfrm>
            <a:custGeom>
              <a:avLst/>
              <a:gdLst/>
              <a:ahLst/>
              <a:cxnLst/>
              <a:rect r="r" b="b" t="t" l="l"/>
              <a:pathLst>
                <a:path h="11652250" w="8739251">
                  <a:moveTo>
                    <a:pt x="0" y="0"/>
                  </a:moveTo>
                  <a:lnTo>
                    <a:pt x="8739251" y="0"/>
                  </a:lnTo>
                  <a:lnTo>
                    <a:pt x="8739251" y="11652250"/>
                  </a:lnTo>
                  <a:lnTo>
                    <a:pt x="0" y="116522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62933" y="991943"/>
            <a:ext cx="9304134" cy="17540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49"/>
              </a:lnSpc>
            </a:pPr>
            <a:r>
              <a:rPr lang="en-US" sz="5374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Service Layer &amp; Data Management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2933" y="3483769"/>
            <a:ext cx="3451327" cy="44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Service Modules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2933" y="4156767"/>
            <a:ext cx="4281640" cy="5005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8180" indent="-179090" lvl="1">
              <a:lnSpc>
                <a:spcPts val="3500"/>
              </a:lnSpc>
              <a:buFont typeface="Arial"/>
              <a:buChar char="•"/>
            </a:pPr>
            <a:r>
              <a:rPr lang="en-US" b="true" sz="2375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UserService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– User data and authentication</a:t>
            </a:r>
          </a:p>
          <a:p>
            <a:pPr algn="l" marL="358180" indent="-179090" lvl="1">
              <a:lnSpc>
                <a:spcPts val="3500"/>
              </a:lnSpc>
              <a:buFont typeface="Arial"/>
              <a:buChar char="•"/>
            </a:pPr>
            <a:r>
              <a:rPr lang="en-US" b="true" sz="2375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ClubService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– Club operations and memberships</a:t>
            </a:r>
          </a:p>
          <a:p>
            <a:pPr algn="l" marL="358180" indent="-179090" lvl="1">
              <a:lnSpc>
                <a:spcPts val="3500"/>
              </a:lnSpc>
              <a:buFont typeface="Arial"/>
              <a:buChar char="•"/>
            </a:pPr>
            <a:r>
              <a:rPr lang="en-US" b="true" sz="2375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EventService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– Event creation and registration</a:t>
            </a:r>
          </a:p>
          <a:p>
            <a:pPr algn="l" marL="358180" indent="-179090" lvl="1">
              <a:lnSpc>
                <a:spcPts val="3500"/>
              </a:lnSpc>
              <a:buFont typeface="Arial"/>
              <a:buChar char="•"/>
            </a:pPr>
            <a:r>
              <a:rPr lang="en-US" b="true" sz="2375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RecruitmentService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– Application tracking</a:t>
            </a:r>
          </a:p>
          <a:p>
            <a:pPr algn="l" marL="358180" indent="-179090" lvl="1">
              <a:lnSpc>
                <a:spcPts val="3500"/>
              </a:lnSpc>
              <a:buFont typeface="Arial"/>
              <a:buChar char="•"/>
            </a:pPr>
            <a:r>
              <a:rPr lang="en-US" b="true" sz="2375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NotificationService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– User updates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094962" y="3483769"/>
            <a:ext cx="3451327" cy="440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4"/>
              </a:lnSpc>
            </a:pPr>
            <a:r>
              <a:rPr lang="en-US" sz="2687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Database Stack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094962" y="4156767"/>
            <a:ext cx="4281640" cy="142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PostgreSQL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 reliable data storage with </a:t>
            </a:r>
            <a:r>
              <a:rPr lang="en-US" sz="2375" b="true">
                <a:solidFill>
                  <a:srgbClr val="E2E6E9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Prisma ORM</a:t>
            </a: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 for type-safe queries.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94962" y="5781675"/>
            <a:ext cx="4281640" cy="1422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0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Entities include users, clubs, events, QR tickets, applications, and audit logs.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1079744" y="1428007"/>
            <a:ext cx="701219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Core Features</a:t>
            </a:r>
          </a:p>
        </p:txBody>
      </p:sp>
      <p:sp>
        <p:nvSpPr>
          <p:cNvPr name="Freeform 7" id="7" descr="preencoded.png"/>
          <p:cNvSpPr/>
          <p:nvPr/>
        </p:nvSpPr>
        <p:spPr>
          <a:xfrm flipH="false" flipV="false" rot="0">
            <a:off x="1079744" y="2950216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5925" t="0" r="-25925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36584" y="2931166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QR Ticketing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6584" y="3497313"/>
            <a:ext cx="6714534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Unique QR codes with real-time validation and duplicate entry prevention</a:t>
            </a:r>
          </a:p>
        </p:txBody>
      </p:sp>
      <p:sp>
        <p:nvSpPr>
          <p:cNvPr name="Freeform 10" id="10" descr="preencoded.png"/>
          <p:cNvSpPr/>
          <p:nvPr/>
        </p:nvSpPr>
        <p:spPr>
          <a:xfrm flipH="false" flipV="false" rot="0">
            <a:off x="9336729" y="2950216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617" r="0" b="-616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493578" y="2931166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Club Discovery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93578" y="3497313"/>
            <a:ext cx="671467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Search and filter functionality for finding relevant clubs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1079744" y="5115963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-2468" r="0" b="-2468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2236584" y="5096913"/>
            <a:ext cx="3615033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Event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236584" y="5663060"/>
            <a:ext cx="6714534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Admin-approved events with student registration system</a:t>
            </a:r>
          </a:p>
        </p:txBody>
      </p:sp>
      <p:sp>
        <p:nvSpPr>
          <p:cNvPr name="Freeform 16" id="16" descr="preencoded.png"/>
          <p:cNvSpPr/>
          <p:nvPr/>
        </p:nvSpPr>
        <p:spPr>
          <a:xfrm flipH="false" flipV="false" rot="0">
            <a:off x="9336729" y="5115963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1235" t="0" r="-1233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493578" y="5096913"/>
            <a:ext cx="3771748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Recruitment System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493578" y="5663060"/>
            <a:ext cx="671467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Multi-stage applications with progress tracking and automated updates</a:t>
            </a:r>
          </a:p>
        </p:txBody>
      </p:sp>
      <p:sp>
        <p:nvSpPr>
          <p:cNvPr name="Freeform 19" id="19" descr="preencoded.png"/>
          <p:cNvSpPr/>
          <p:nvPr/>
        </p:nvSpPr>
        <p:spPr>
          <a:xfrm flipH="false" flipV="false" rot="0">
            <a:off x="1079744" y="7281710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-3703" t="0" r="-3702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236584" y="7262660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Notifications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36584" y="7828807"/>
            <a:ext cx="6714534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Updates for events, recruitment status, and important announcements</a:t>
            </a:r>
          </a:p>
        </p:txBody>
      </p:sp>
      <p:sp>
        <p:nvSpPr>
          <p:cNvPr name="Freeform 22" id="22" descr="preencoded.png"/>
          <p:cNvSpPr/>
          <p:nvPr/>
        </p:nvSpPr>
        <p:spPr>
          <a:xfrm flipH="false" flipV="false" rot="0">
            <a:off x="9336729" y="7281710"/>
            <a:ext cx="771230" cy="771230"/>
          </a:xfrm>
          <a:custGeom>
            <a:avLst/>
            <a:gdLst/>
            <a:ahLst/>
            <a:cxnLst/>
            <a:rect r="r" b="b" t="t" l="l"/>
            <a:pathLst>
              <a:path h="771230" w="771230">
                <a:moveTo>
                  <a:pt x="0" y="0"/>
                </a:moveTo>
                <a:lnTo>
                  <a:pt x="771230" y="0"/>
                </a:lnTo>
                <a:lnTo>
                  <a:pt x="771230" y="771230"/>
                </a:lnTo>
                <a:lnTo>
                  <a:pt x="0" y="77123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22839" r="0" b="-22838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493578" y="7262660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Assistant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93578" y="7828807"/>
            <a:ext cx="6714677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Intelligent help system for navigation and information queries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79141" y="705888"/>
            <a:ext cx="5916511" cy="76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6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API Design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979141" y="2303412"/>
            <a:ext cx="8055026" cy="1801120"/>
            <a:chOff x="0" y="0"/>
            <a:chExt cx="10740034" cy="240149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40010" cy="2401443"/>
            </a:xfrm>
            <a:custGeom>
              <a:avLst/>
              <a:gdLst/>
              <a:ahLst/>
              <a:cxnLst/>
              <a:rect r="r" b="b" t="t" l="l"/>
              <a:pathLst>
                <a:path h="2401443" w="1074001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129" y="0"/>
                  </a:lnTo>
                  <a:cubicBezTo>
                    <a:pt x="10658094" y="0"/>
                    <a:pt x="10740010" y="81915"/>
                    <a:pt x="10740010" y="182880"/>
                  </a:cubicBezTo>
                  <a:lnTo>
                    <a:pt x="10740010" y="2218563"/>
                  </a:lnTo>
                  <a:cubicBezTo>
                    <a:pt x="10740010" y="2319528"/>
                    <a:pt x="10658094" y="2401443"/>
                    <a:pt x="10557129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979141" y="2274837"/>
            <a:ext cx="8055026" cy="114300"/>
            <a:chOff x="0" y="0"/>
            <a:chExt cx="10740034" cy="152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740009" cy="152400"/>
            </a:xfrm>
            <a:custGeom>
              <a:avLst/>
              <a:gdLst/>
              <a:ahLst/>
              <a:cxnLst/>
              <a:rect r="r" b="b" t="t" l="l"/>
              <a:pathLst>
                <a:path h="152400" w="10740009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7939" y="0"/>
                  </a:lnTo>
                  <a:cubicBezTo>
                    <a:pt x="10716641" y="0"/>
                    <a:pt x="10740009" y="23368"/>
                    <a:pt x="10740009" y="52070"/>
                  </a:cubicBezTo>
                  <a:lnTo>
                    <a:pt x="10740009" y="100330"/>
                  </a:lnTo>
                  <a:cubicBezTo>
                    <a:pt x="10740009" y="129032"/>
                    <a:pt x="10716641" y="152400"/>
                    <a:pt x="10687939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4616129" y="1913039"/>
            <a:ext cx="780898" cy="780898"/>
            <a:chOff x="0" y="0"/>
            <a:chExt cx="1041197" cy="10411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146" cy="1041146"/>
            </a:xfrm>
            <a:custGeom>
              <a:avLst/>
              <a:gdLst/>
              <a:ahLst/>
              <a:cxnLst/>
              <a:rect r="r" b="b" t="t" l="l"/>
              <a:pathLst>
                <a:path h="1041146" w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850387" y="2108302"/>
            <a:ext cx="312391" cy="390373"/>
            <a:chOff x="0" y="0"/>
            <a:chExt cx="416522" cy="52049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16520" cy="520502"/>
            </a:xfrm>
            <a:custGeom>
              <a:avLst/>
              <a:gdLst/>
              <a:ahLst/>
              <a:cxnLst/>
              <a:rect r="r" b="b" t="t" l="l"/>
              <a:pathLst>
                <a:path h="520502" w="416520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t="0" r="-110332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74"/>
                </a:lnSpc>
              </a:pPr>
              <a:r>
                <a:rPr lang="en-US" sz="2437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1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68016" y="2944711"/>
            <a:ext cx="2958255" cy="37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Authentication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68016" y="3408159"/>
            <a:ext cx="7477277" cy="40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Login, registration, JWT management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53690" y="2303412"/>
            <a:ext cx="8055178" cy="1801120"/>
            <a:chOff x="0" y="0"/>
            <a:chExt cx="10740238" cy="240149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740263" cy="2401443"/>
            </a:xfrm>
            <a:custGeom>
              <a:avLst/>
              <a:gdLst/>
              <a:ahLst/>
              <a:cxnLst/>
              <a:rect r="r" b="b" t="t" l="l"/>
              <a:pathLst>
                <a:path h="2401443" w="1074026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383" y="0"/>
                  </a:lnTo>
                  <a:cubicBezTo>
                    <a:pt x="10658348" y="0"/>
                    <a:pt x="10740263" y="81915"/>
                    <a:pt x="10740263" y="182880"/>
                  </a:cubicBezTo>
                  <a:lnTo>
                    <a:pt x="10740263" y="2218563"/>
                  </a:lnTo>
                  <a:cubicBezTo>
                    <a:pt x="10740263" y="2319528"/>
                    <a:pt x="10658348" y="2401443"/>
                    <a:pt x="10557383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53690" y="2274837"/>
            <a:ext cx="8055178" cy="114300"/>
            <a:chOff x="0" y="0"/>
            <a:chExt cx="10740238" cy="152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740263" cy="152400"/>
            </a:xfrm>
            <a:custGeom>
              <a:avLst/>
              <a:gdLst/>
              <a:ahLst/>
              <a:cxnLst/>
              <a:rect r="r" b="b" t="t" l="l"/>
              <a:pathLst>
                <a:path h="152400" w="10740263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8193" y="0"/>
                  </a:lnTo>
                  <a:cubicBezTo>
                    <a:pt x="10716895" y="0"/>
                    <a:pt x="10740263" y="23368"/>
                    <a:pt x="10740263" y="52070"/>
                  </a:cubicBezTo>
                  <a:lnTo>
                    <a:pt x="10740263" y="100330"/>
                  </a:lnTo>
                  <a:cubicBezTo>
                    <a:pt x="10740263" y="129032"/>
                    <a:pt x="10716895" y="152400"/>
                    <a:pt x="10688193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890821" y="1913039"/>
            <a:ext cx="780898" cy="780898"/>
            <a:chOff x="0" y="0"/>
            <a:chExt cx="1041197" cy="104119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41146" cy="1041146"/>
            </a:xfrm>
            <a:custGeom>
              <a:avLst/>
              <a:gdLst/>
              <a:ahLst/>
              <a:cxnLst/>
              <a:rect r="r" b="b" t="t" l="l"/>
              <a:pathLst>
                <a:path h="1041146" w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3125079" y="2108302"/>
            <a:ext cx="312391" cy="390373"/>
            <a:chOff x="0" y="0"/>
            <a:chExt cx="416522" cy="52049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6520" cy="520502"/>
            </a:xfrm>
            <a:custGeom>
              <a:avLst/>
              <a:gdLst/>
              <a:ahLst/>
              <a:cxnLst/>
              <a:rect r="r" b="b" t="t" l="l"/>
              <a:pathLst>
                <a:path h="520502" w="416520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t="0" r="-110332" b="0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74"/>
                </a:lnSpc>
              </a:pPr>
              <a:r>
                <a:rPr lang="en-US" sz="2437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2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9542564" y="2944711"/>
            <a:ext cx="2958255" cy="37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Club Operations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542564" y="3408159"/>
            <a:ext cx="7477420" cy="40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Create, update, search clubs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79141" y="4714427"/>
            <a:ext cx="8055026" cy="1801120"/>
            <a:chOff x="0" y="0"/>
            <a:chExt cx="10740034" cy="240149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740010" cy="2401443"/>
            </a:xfrm>
            <a:custGeom>
              <a:avLst/>
              <a:gdLst/>
              <a:ahLst/>
              <a:cxnLst/>
              <a:rect r="r" b="b" t="t" l="l"/>
              <a:pathLst>
                <a:path h="2401443" w="1074001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129" y="0"/>
                  </a:lnTo>
                  <a:cubicBezTo>
                    <a:pt x="10658094" y="0"/>
                    <a:pt x="10740010" y="81915"/>
                    <a:pt x="10740010" y="182880"/>
                  </a:cubicBezTo>
                  <a:lnTo>
                    <a:pt x="10740010" y="2218563"/>
                  </a:lnTo>
                  <a:cubicBezTo>
                    <a:pt x="10740010" y="2319528"/>
                    <a:pt x="10658094" y="2401443"/>
                    <a:pt x="10557129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79141" y="4685852"/>
            <a:ext cx="8055026" cy="114300"/>
            <a:chOff x="0" y="0"/>
            <a:chExt cx="10740034" cy="152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740009" cy="152400"/>
            </a:xfrm>
            <a:custGeom>
              <a:avLst/>
              <a:gdLst/>
              <a:ahLst/>
              <a:cxnLst/>
              <a:rect r="r" b="b" t="t" l="l"/>
              <a:pathLst>
                <a:path h="152400" w="10740009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7939" y="0"/>
                  </a:lnTo>
                  <a:cubicBezTo>
                    <a:pt x="10716641" y="0"/>
                    <a:pt x="10740009" y="23368"/>
                    <a:pt x="10740009" y="52070"/>
                  </a:cubicBezTo>
                  <a:lnTo>
                    <a:pt x="10740009" y="100330"/>
                  </a:lnTo>
                  <a:cubicBezTo>
                    <a:pt x="10740009" y="129032"/>
                    <a:pt x="10716641" y="152400"/>
                    <a:pt x="10687939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616129" y="4324055"/>
            <a:ext cx="780898" cy="780898"/>
            <a:chOff x="0" y="0"/>
            <a:chExt cx="1041197" cy="104119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41146" cy="1041146"/>
            </a:xfrm>
            <a:custGeom>
              <a:avLst/>
              <a:gdLst/>
              <a:ahLst/>
              <a:cxnLst/>
              <a:rect r="r" b="b" t="t" l="l"/>
              <a:pathLst>
                <a:path h="1041146" w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4850387" y="4519317"/>
            <a:ext cx="312391" cy="390373"/>
            <a:chOff x="0" y="0"/>
            <a:chExt cx="416522" cy="5204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16520" cy="520502"/>
            </a:xfrm>
            <a:custGeom>
              <a:avLst/>
              <a:gdLst/>
              <a:ahLst/>
              <a:cxnLst/>
              <a:rect r="r" b="b" t="t" l="l"/>
              <a:pathLst>
                <a:path h="520502" w="416520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t="0" r="-110332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74"/>
                </a:lnSpc>
              </a:pPr>
              <a:r>
                <a:rPr lang="en-US" sz="2437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3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268016" y="5355727"/>
            <a:ext cx="3050086" cy="37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Event Management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68016" y="5819184"/>
            <a:ext cx="7477277" cy="40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Event creation, registration, QR tickets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253690" y="4714427"/>
            <a:ext cx="8055178" cy="1801120"/>
            <a:chOff x="0" y="0"/>
            <a:chExt cx="10740238" cy="240149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40263" cy="2401443"/>
            </a:xfrm>
            <a:custGeom>
              <a:avLst/>
              <a:gdLst/>
              <a:ahLst/>
              <a:cxnLst/>
              <a:rect r="r" b="b" t="t" l="l"/>
              <a:pathLst>
                <a:path h="2401443" w="1074026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383" y="0"/>
                  </a:lnTo>
                  <a:cubicBezTo>
                    <a:pt x="10658348" y="0"/>
                    <a:pt x="10740263" y="81915"/>
                    <a:pt x="10740263" y="182880"/>
                  </a:cubicBezTo>
                  <a:lnTo>
                    <a:pt x="10740263" y="2218563"/>
                  </a:lnTo>
                  <a:cubicBezTo>
                    <a:pt x="10740263" y="2319528"/>
                    <a:pt x="10658348" y="2401443"/>
                    <a:pt x="10557383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253690" y="4685852"/>
            <a:ext cx="8055178" cy="114300"/>
            <a:chOff x="0" y="0"/>
            <a:chExt cx="10740238" cy="1524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740263" cy="152400"/>
            </a:xfrm>
            <a:custGeom>
              <a:avLst/>
              <a:gdLst/>
              <a:ahLst/>
              <a:cxnLst/>
              <a:rect r="r" b="b" t="t" l="l"/>
              <a:pathLst>
                <a:path h="152400" w="10740263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8193" y="0"/>
                  </a:lnTo>
                  <a:cubicBezTo>
                    <a:pt x="10716895" y="0"/>
                    <a:pt x="10740263" y="23368"/>
                    <a:pt x="10740263" y="52070"/>
                  </a:cubicBezTo>
                  <a:lnTo>
                    <a:pt x="10740263" y="100330"/>
                  </a:lnTo>
                  <a:cubicBezTo>
                    <a:pt x="10740263" y="129032"/>
                    <a:pt x="10716895" y="152400"/>
                    <a:pt x="10688193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890821" y="4324055"/>
            <a:ext cx="780898" cy="780898"/>
            <a:chOff x="0" y="0"/>
            <a:chExt cx="1041197" cy="104119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41146" cy="1041146"/>
            </a:xfrm>
            <a:custGeom>
              <a:avLst/>
              <a:gdLst/>
              <a:ahLst/>
              <a:cxnLst/>
              <a:rect r="r" b="b" t="t" l="l"/>
              <a:pathLst>
                <a:path h="1041146" w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125079" y="4519317"/>
            <a:ext cx="312391" cy="390373"/>
            <a:chOff x="0" y="0"/>
            <a:chExt cx="416522" cy="520497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416520" cy="520502"/>
            </a:xfrm>
            <a:custGeom>
              <a:avLst/>
              <a:gdLst/>
              <a:ahLst/>
              <a:cxnLst/>
              <a:rect r="r" b="b" t="t" l="l"/>
              <a:pathLst>
                <a:path h="520502" w="416520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t="0" r="-110332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74"/>
                </a:lnSpc>
              </a:pPr>
              <a:r>
                <a:rPr lang="en-US" sz="2437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4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9542564" y="5355727"/>
            <a:ext cx="2958255" cy="37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Recruitment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42564" y="5819184"/>
            <a:ext cx="7477420" cy="40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Application forms, progress tracking</a:t>
            </a:r>
          </a:p>
        </p:txBody>
      </p:sp>
      <p:grpSp>
        <p:nvGrpSpPr>
          <p:cNvPr name="Group 51" id="51"/>
          <p:cNvGrpSpPr/>
          <p:nvPr/>
        </p:nvGrpSpPr>
        <p:grpSpPr>
          <a:xfrm rot="0">
            <a:off x="979141" y="7125443"/>
            <a:ext cx="8055026" cy="1801120"/>
            <a:chOff x="0" y="0"/>
            <a:chExt cx="10740034" cy="240149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740010" cy="2401443"/>
            </a:xfrm>
            <a:custGeom>
              <a:avLst/>
              <a:gdLst/>
              <a:ahLst/>
              <a:cxnLst/>
              <a:rect r="r" b="b" t="t" l="l"/>
              <a:pathLst>
                <a:path h="2401443" w="1074001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129" y="0"/>
                  </a:lnTo>
                  <a:cubicBezTo>
                    <a:pt x="10658094" y="0"/>
                    <a:pt x="10740010" y="81915"/>
                    <a:pt x="10740010" y="182880"/>
                  </a:cubicBezTo>
                  <a:lnTo>
                    <a:pt x="10740010" y="2218563"/>
                  </a:lnTo>
                  <a:cubicBezTo>
                    <a:pt x="10740010" y="2319528"/>
                    <a:pt x="10658094" y="2401443"/>
                    <a:pt x="10557129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79141" y="7096868"/>
            <a:ext cx="8055026" cy="114300"/>
            <a:chOff x="0" y="0"/>
            <a:chExt cx="10740034" cy="1524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0740009" cy="152400"/>
            </a:xfrm>
            <a:custGeom>
              <a:avLst/>
              <a:gdLst/>
              <a:ahLst/>
              <a:cxnLst/>
              <a:rect r="r" b="b" t="t" l="l"/>
              <a:pathLst>
                <a:path h="152400" w="10740009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7939" y="0"/>
                  </a:lnTo>
                  <a:cubicBezTo>
                    <a:pt x="10716641" y="0"/>
                    <a:pt x="10740009" y="23368"/>
                    <a:pt x="10740009" y="52070"/>
                  </a:cubicBezTo>
                  <a:lnTo>
                    <a:pt x="10740009" y="100330"/>
                  </a:lnTo>
                  <a:cubicBezTo>
                    <a:pt x="10740009" y="129032"/>
                    <a:pt x="10716641" y="152400"/>
                    <a:pt x="10687939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4616129" y="6735070"/>
            <a:ext cx="780898" cy="780898"/>
            <a:chOff x="0" y="0"/>
            <a:chExt cx="1041197" cy="104119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041146" cy="1041146"/>
            </a:xfrm>
            <a:custGeom>
              <a:avLst/>
              <a:gdLst/>
              <a:ahLst/>
              <a:cxnLst/>
              <a:rect r="r" b="b" t="t" l="l"/>
              <a:pathLst>
                <a:path h="1041146" w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4850387" y="6930333"/>
            <a:ext cx="312391" cy="390373"/>
            <a:chOff x="0" y="0"/>
            <a:chExt cx="416522" cy="52049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16520" cy="520502"/>
            </a:xfrm>
            <a:custGeom>
              <a:avLst/>
              <a:gdLst/>
              <a:ahLst/>
              <a:cxnLst/>
              <a:rect r="r" b="b" t="t" l="l"/>
              <a:pathLst>
                <a:path h="520502" w="416520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t="0" r="-110332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74"/>
                </a:lnSpc>
              </a:pPr>
              <a:r>
                <a:rPr lang="en-US" sz="2437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5</a:t>
              </a:r>
            </a:p>
          </p:txBody>
        </p:sp>
      </p:grpSp>
      <p:sp>
        <p:nvSpPr>
          <p:cNvPr name="TextBox 60" id="60"/>
          <p:cNvSpPr txBox="true"/>
          <p:nvPr/>
        </p:nvSpPr>
        <p:spPr>
          <a:xfrm rot="0">
            <a:off x="1268016" y="7766742"/>
            <a:ext cx="2958255" cy="37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Notifications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268016" y="8230191"/>
            <a:ext cx="7477277" cy="40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Real-time updates and alerts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9253690" y="7125443"/>
            <a:ext cx="8055178" cy="1801120"/>
            <a:chOff x="0" y="0"/>
            <a:chExt cx="10740238" cy="240149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740263" cy="2401443"/>
            </a:xfrm>
            <a:custGeom>
              <a:avLst/>
              <a:gdLst/>
              <a:ahLst/>
              <a:cxnLst/>
              <a:rect r="r" b="b" t="t" l="l"/>
              <a:pathLst>
                <a:path h="2401443" w="10740263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0557383" y="0"/>
                  </a:lnTo>
                  <a:cubicBezTo>
                    <a:pt x="10658348" y="0"/>
                    <a:pt x="10740263" y="81915"/>
                    <a:pt x="10740263" y="182880"/>
                  </a:cubicBezTo>
                  <a:lnTo>
                    <a:pt x="10740263" y="2218563"/>
                  </a:lnTo>
                  <a:cubicBezTo>
                    <a:pt x="10740263" y="2319528"/>
                    <a:pt x="10658348" y="2401443"/>
                    <a:pt x="10557383" y="2401443"/>
                  </a:cubicBezTo>
                  <a:lnTo>
                    <a:pt x="182880" y="2401443"/>
                  </a:lnTo>
                  <a:cubicBezTo>
                    <a:pt x="81915" y="2401443"/>
                    <a:pt x="0" y="2319528"/>
                    <a:pt x="0" y="2218563"/>
                  </a:cubicBez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253690" y="7096868"/>
            <a:ext cx="8055178" cy="114300"/>
            <a:chOff x="0" y="0"/>
            <a:chExt cx="10740238" cy="152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740263" cy="152400"/>
            </a:xfrm>
            <a:custGeom>
              <a:avLst/>
              <a:gdLst/>
              <a:ahLst/>
              <a:cxnLst/>
              <a:rect r="r" b="b" t="t" l="l"/>
              <a:pathLst>
                <a:path h="152400" w="10740263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0688193" y="0"/>
                  </a:lnTo>
                  <a:cubicBezTo>
                    <a:pt x="10716895" y="0"/>
                    <a:pt x="10740263" y="23368"/>
                    <a:pt x="10740263" y="52070"/>
                  </a:cubicBezTo>
                  <a:lnTo>
                    <a:pt x="10740263" y="100330"/>
                  </a:lnTo>
                  <a:cubicBezTo>
                    <a:pt x="10740263" y="129032"/>
                    <a:pt x="10716895" y="152400"/>
                    <a:pt x="10688193" y="152400"/>
                  </a:cubicBezTo>
                  <a:lnTo>
                    <a:pt x="52070" y="152400"/>
                  </a:lnTo>
                  <a:cubicBezTo>
                    <a:pt x="23368" y="152400"/>
                    <a:pt x="0" y="129032"/>
                    <a:pt x="0" y="10033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890821" y="6735070"/>
            <a:ext cx="780898" cy="780898"/>
            <a:chOff x="0" y="0"/>
            <a:chExt cx="1041197" cy="1041197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41146" cy="1041146"/>
            </a:xfrm>
            <a:custGeom>
              <a:avLst/>
              <a:gdLst/>
              <a:ahLst/>
              <a:cxnLst/>
              <a:rect r="r" b="b" t="t" l="l"/>
              <a:pathLst>
                <a:path h="1041146" w="1041146">
                  <a:moveTo>
                    <a:pt x="0" y="520573"/>
                  </a:moveTo>
                  <a:cubicBezTo>
                    <a:pt x="0" y="233045"/>
                    <a:pt x="233045" y="0"/>
                    <a:pt x="520573" y="0"/>
                  </a:cubicBezTo>
                  <a:cubicBezTo>
                    <a:pt x="808101" y="0"/>
                    <a:pt x="1041146" y="233045"/>
                    <a:pt x="1041146" y="520573"/>
                  </a:cubicBezTo>
                  <a:cubicBezTo>
                    <a:pt x="1041146" y="808101"/>
                    <a:pt x="808101" y="1041146"/>
                    <a:pt x="520573" y="1041146"/>
                  </a:cubicBezTo>
                  <a:cubicBezTo>
                    <a:pt x="233045" y="1041146"/>
                    <a:pt x="0" y="808101"/>
                    <a:pt x="0" y="5205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3125079" y="6930333"/>
            <a:ext cx="312391" cy="390373"/>
            <a:chOff x="0" y="0"/>
            <a:chExt cx="416522" cy="520497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16520" cy="520502"/>
            </a:xfrm>
            <a:custGeom>
              <a:avLst/>
              <a:gdLst/>
              <a:ahLst/>
              <a:cxnLst/>
              <a:rect r="r" b="b" t="t" l="l"/>
              <a:pathLst>
                <a:path h="520502" w="416520">
                  <a:moveTo>
                    <a:pt x="0" y="0"/>
                  </a:moveTo>
                  <a:lnTo>
                    <a:pt x="416520" y="0"/>
                  </a:lnTo>
                  <a:lnTo>
                    <a:pt x="416520" y="520502"/>
                  </a:lnTo>
                  <a:lnTo>
                    <a:pt x="0" y="52050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332" t="0" r="-110332" b="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16522" cy="5585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74"/>
                </a:lnSpc>
              </a:pPr>
              <a:r>
                <a:rPr lang="en-US" sz="2437" b="true">
                  <a:solidFill>
                    <a:srgbClr val="000000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6</a:t>
              </a:r>
            </a:p>
          </p:txBody>
        </p:sp>
      </p:grpSp>
      <p:sp>
        <p:nvSpPr>
          <p:cNvPr name="TextBox 71" id="71"/>
          <p:cNvSpPr txBox="true"/>
          <p:nvPr/>
        </p:nvSpPr>
        <p:spPr>
          <a:xfrm rot="0">
            <a:off x="9542564" y="7766742"/>
            <a:ext cx="2958255" cy="379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 Chat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542564" y="8230191"/>
            <a:ext cx="7477420" cy="4074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Intelligent assistant interface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979141" y="9125988"/>
            <a:ext cx="16329717" cy="42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000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Organized under /api/v1/ endpoints for version control and scalability.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303132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54191" y="777030"/>
            <a:ext cx="6549476" cy="8732787"/>
            <a:chOff x="0" y="0"/>
            <a:chExt cx="8732634" cy="11643716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8732647" cy="11643741"/>
            </a:xfrm>
            <a:custGeom>
              <a:avLst/>
              <a:gdLst/>
              <a:ahLst/>
              <a:cxnLst/>
              <a:rect r="r" b="b" t="t" l="l"/>
              <a:pathLst>
                <a:path h="11643741" w="8732647">
                  <a:moveTo>
                    <a:pt x="0" y="0"/>
                  </a:moveTo>
                  <a:lnTo>
                    <a:pt x="8732647" y="0"/>
                  </a:lnTo>
                  <a:lnTo>
                    <a:pt x="8732647" y="11643741"/>
                  </a:lnTo>
                  <a:lnTo>
                    <a:pt x="0" y="116437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937744" y="1489024"/>
            <a:ext cx="7012191" cy="905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Overview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7937744" y="2856909"/>
            <a:ext cx="4480922" cy="2628452"/>
            <a:chOff x="0" y="0"/>
            <a:chExt cx="5974563" cy="35046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974588" cy="3504565"/>
            </a:xfrm>
            <a:custGeom>
              <a:avLst/>
              <a:gdLst/>
              <a:ahLst/>
              <a:cxnLst/>
              <a:rect r="r" b="b" t="t" l="l"/>
              <a:pathLst>
                <a:path h="3504565" w="5974588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5912866" y="0"/>
                  </a:lnTo>
                  <a:cubicBezTo>
                    <a:pt x="5946902" y="0"/>
                    <a:pt x="5974588" y="27686"/>
                    <a:pt x="5974588" y="61722"/>
                  </a:cubicBezTo>
                  <a:lnTo>
                    <a:pt x="5974588" y="3442843"/>
                  </a:lnTo>
                  <a:cubicBezTo>
                    <a:pt x="5974588" y="3476879"/>
                    <a:pt x="5946902" y="3504565"/>
                    <a:pt x="5912866" y="3504565"/>
                  </a:cubicBezTo>
                  <a:lnTo>
                    <a:pt x="61722" y="3504565"/>
                  </a:lnTo>
                  <a:cubicBezTo>
                    <a:pt x="27686" y="3504565"/>
                    <a:pt x="0" y="3476879"/>
                    <a:pt x="0" y="3442843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8246269" y="3146374"/>
            <a:ext cx="3756574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Frontend Excellence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246269" y="3712521"/>
            <a:ext cx="3863873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Fast, user-friendly interface with Next.js, Tailwind CSS, and optimized rendering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727191" y="2856909"/>
            <a:ext cx="4481065" cy="2628452"/>
            <a:chOff x="0" y="0"/>
            <a:chExt cx="5974753" cy="350460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74715" cy="3504565"/>
            </a:xfrm>
            <a:custGeom>
              <a:avLst/>
              <a:gdLst/>
              <a:ahLst/>
              <a:cxnLst/>
              <a:rect r="r" b="b" t="t" l="l"/>
              <a:pathLst>
                <a:path h="3504565" w="5974715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5912993" y="0"/>
                  </a:lnTo>
                  <a:cubicBezTo>
                    <a:pt x="5947029" y="0"/>
                    <a:pt x="5974715" y="27686"/>
                    <a:pt x="5974715" y="61722"/>
                  </a:cubicBezTo>
                  <a:lnTo>
                    <a:pt x="5974715" y="3442843"/>
                  </a:lnTo>
                  <a:cubicBezTo>
                    <a:pt x="5974715" y="3476879"/>
                    <a:pt x="5947029" y="3504565"/>
                    <a:pt x="5912993" y="3504565"/>
                  </a:cubicBezTo>
                  <a:lnTo>
                    <a:pt x="61722" y="3504565"/>
                  </a:lnTo>
                  <a:cubicBezTo>
                    <a:pt x="27686" y="3504565"/>
                    <a:pt x="0" y="3476879"/>
                    <a:pt x="0" y="3442843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3035705" y="3146374"/>
            <a:ext cx="3506095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Backend Power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035705" y="3712521"/>
            <a:ext cx="3864026" cy="1464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Secure, scalable architecture with Express.js, TypeScript, and PostgreSQL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7937744" y="5793877"/>
            <a:ext cx="9270502" cy="1703041"/>
            <a:chOff x="0" y="0"/>
            <a:chExt cx="12360669" cy="22707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360656" cy="2270760"/>
            </a:xfrm>
            <a:custGeom>
              <a:avLst/>
              <a:gdLst/>
              <a:ahLst/>
              <a:cxnLst/>
              <a:rect r="r" b="b" t="t" l="l"/>
              <a:pathLst>
                <a:path h="2270760" w="12360656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2298934" y="0"/>
                  </a:lnTo>
                  <a:cubicBezTo>
                    <a:pt x="12332970" y="0"/>
                    <a:pt x="12360656" y="27686"/>
                    <a:pt x="12360656" y="61722"/>
                  </a:cubicBezTo>
                  <a:lnTo>
                    <a:pt x="12360656" y="2209038"/>
                  </a:lnTo>
                  <a:cubicBezTo>
                    <a:pt x="12360656" y="2243074"/>
                    <a:pt x="12332970" y="2270760"/>
                    <a:pt x="12298934" y="2270760"/>
                  </a:cubicBezTo>
                  <a:lnTo>
                    <a:pt x="61722" y="2270760"/>
                  </a:lnTo>
                  <a:cubicBezTo>
                    <a:pt x="27686" y="2270760"/>
                    <a:pt x="0" y="2243074"/>
                    <a:pt x="0" y="2209038"/>
                  </a:cubicBezTo>
                  <a:close/>
                </a:path>
              </a:pathLst>
            </a:custGeom>
            <a:solidFill>
              <a:srgbClr val="30313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246269" y="6083351"/>
            <a:ext cx="3875037" cy="457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E2E6E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Seamless Integration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246269" y="6649488"/>
            <a:ext cx="8653462" cy="538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Secure REST API communication with role-based access control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937744" y="7767790"/>
            <a:ext cx="9270502" cy="1001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E2E6E9"/>
                </a:solidFill>
                <a:latin typeface="Source Sans 3"/>
                <a:ea typeface="Source Sans 3"/>
                <a:cs typeface="Source Sans 3"/>
                <a:sym typeface="Source Sans 3"/>
              </a:rPr>
              <a:t>A production-ready platform combining speed, security, and scalability for campus club management.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043951" y="793375"/>
            <a:ext cx="14240437" cy="8579225"/>
            <a:chOff x="0" y="0"/>
            <a:chExt cx="18987249" cy="1143896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987263" cy="11439017"/>
            </a:xfrm>
            <a:custGeom>
              <a:avLst/>
              <a:gdLst/>
              <a:ahLst/>
              <a:cxnLst/>
              <a:rect r="r" b="b" t="t" l="l"/>
              <a:pathLst>
                <a:path h="11439017" w="18987263">
                  <a:moveTo>
                    <a:pt x="0" y="0"/>
                  </a:moveTo>
                  <a:lnTo>
                    <a:pt x="18987263" y="0"/>
                  </a:lnTo>
                  <a:lnTo>
                    <a:pt x="18987263" y="11439017"/>
                  </a:lnTo>
                  <a:lnTo>
                    <a:pt x="0" y="1143901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5944" b="0"/>
              </a:stretch>
            </a:blipFill>
          </p:spPr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694326" y="753037"/>
            <a:ext cx="14657289" cy="8673351"/>
            <a:chOff x="0" y="0"/>
            <a:chExt cx="19543052" cy="1156446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543013" cy="11564493"/>
            </a:xfrm>
            <a:custGeom>
              <a:avLst/>
              <a:gdLst/>
              <a:ahLst/>
              <a:cxnLst/>
              <a:rect r="r" b="b" t="t" l="l"/>
              <a:pathLst>
                <a:path h="11564493" w="19543013">
                  <a:moveTo>
                    <a:pt x="0" y="0"/>
                  </a:moveTo>
                  <a:lnTo>
                    <a:pt x="19543013" y="0"/>
                  </a:lnTo>
                  <a:lnTo>
                    <a:pt x="19543013" y="11564493"/>
                  </a:lnTo>
                  <a:lnTo>
                    <a:pt x="0" y="115644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2604" b="0"/>
              </a:stretch>
            </a:blipFill>
          </p:spPr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541489" y="806825"/>
            <a:ext cx="13191563" cy="8296837"/>
            <a:chOff x="0" y="0"/>
            <a:chExt cx="17588751" cy="110624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88737" cy="11062462"/>
            </a:xfrm>
            <a:custGeom>
              <a:avLst/>
              <a:gdLst/>
              <a:ahLst/>
              <a:cxnLst/>
              <a:rect r="r" b="b" t="t" l="l"/>
              <a:pathLst>
                <a:path h="11062462" w="17588737">
                  <a:moveTo>
                    <a:pt x="0" y="0"/>
                  </a:moveTo>
                  <a:lnTo>
                    <a:pt x="17588737" y="0"/>
                  </a:lnTo>
                  <a:lnTo>
                    <a:pt x="17588737" y="11062462"/>
                  </a:lnTo>
                  <a:lnTo>
                    <a:pt x="0" y="110624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6497" b="0"/>
              </a:stretch>
            </a:blipFill>
          </p:spPr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707775" y="672351"/>
            <a:ext cx="14737975" cy="8754037"/>
            <a:chOff x="0" y="0"/>
            <a:chExt cx="19650634" cy="1167204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650583" cy="11672062"/>
            </a:xfrm>
            <a:custGeom>
              <a:avLst/>
              <a:gdLst/>
              <a:ahLst/>
              <a:cxnLst/>
              <a:rect r="r" b="b" t="t" l="l"/>
              <a:pathLst>
                <a:path h="11672062" w="19650583">
                  <a:moveTo>
                    <a:pt x="0" y="0"/>
                  </a:moveTo>
                  <a:lnTo>
                    <a:pt x="19650583" y="0"/>
                  </a:lnTo>
                  <a:lnTo>
                    <a:pt x="19650583" y="11672062"/>
                  </a:lnTo>
                  <a:lnTo>
                    <a:pt x="0" y="116720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19633" b="0"/>
              </a:stretch>
            </a:blipFill>
          </p:spPr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586751" y="416862"/>
            <a:ext cx="15074151" cy="9009526"/>
            <a:chOff x="0" y="0"/>
            <a:chExt cx="20098868" cy="1201270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098893" cy="12012676"/>
            </a:xfrm>
            <a:custGeom>
              <a:avLst/>
              <a:gdLst/>
              <a:ahLst/>
              <a:cxnLst/>
              <a:rect r="r" b="b" t="t" l="l"/>
              <a:pathLst>
                <a:path h="12012676" w="20098893">
                  <a:moveTo>
                    <a:pt x="0" y="0"/>
                  </a:moveTo>
                  <a:lnTo>
                    <a:pt x="20098893" y="0"/>
                  </a:lnTo>
                  <a:lnTo>
                    <a:pt x="20098893" y="12012676"/>
                  </a:lnTo>
                  <a:lnTo>
                    <a:pt x="0" y="1201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0292" b="0"/>
              </a:stretch>
            </a:blipFill>
          </p:spPr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81A1B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1121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9175" y="914400"/>
            <a:ext cx="14832111" cy="7933763"/>
            <a:chOff x="0" y="0"/>
            <a:chExt cx="19776148" cy="105783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776187" cy="10578338"/>
            </a:xfrm>
            <a:custGeom>
              <a:avLst/>
              <a:gdLst/>
              <a:ahLst/>
              <a:cxnLst/>
              <a:rect r="r" b="b" t="t" l="l"/>
              <a:pathLst>
                <a:path h="10578338" w="19776187">
                  <a:moveTo>
                    <a:pt x="0" y="0"/>
                  </a:moveTo>
                  <a:lnTo>
                    <a:pt x="19776187" y="0"/>
                  </a:lnTo>
                  <a:lnTo>
                    <a:pt x="19776187" y="10578338"/>
                  </a:lnTo>
                  <a:lnTo>
                    <a:pt x="0" y="105783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52009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DAHIpYgd86w</dc:identifier>
  <dcterms:modified xsi:type="dcterms:W3CDTF">2011-08-01T06:04:30Z</dcterms:modified>
  <cp:revision>1</cp:revision>
  <dc:title>299finalppt.pptx</dc:title>
</cp:coreProperties>
</file>