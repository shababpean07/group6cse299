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94" r:id="rId1"/>
  </p:sldMasterIdLst>
  <p:notesMasterIdLst>
    <p:notesMasterId r:id="rId12"/>
  </p:notes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5" r:id="rId9"/>
    <p:sldId id="261" r:id="rId10"/>
    <p:sldId id="262" r:id="rId11"/>
  </p:sldIdLst>
  <p:sldSz cx="18288000" cy="10287000"/>
  <p:notesSz cx="6858000" cy="9144000"/>
  <p:embeddedFontLst>
    <p:embeddedFont>
      <p:font typeface="Arimo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Light" panose="020F0302020204030204" pitchFamily="34" charset="0"/>
      <p:regular r:id="rId18"/>
      <p:italic r:id="rId19"/>
    </p:embeddedFont>
    <p:embeddedFont>
      <p:font typeface="Montserrat Bold" panose="020B0604020202020204" charset="0"/>
      <p:regular r:id="rId20"/>
    </p:embeddedFont>
    <p:embeddedFont>
      <p:font typeface="Montserrat Medium" panose="020B0604020202020204" charset="0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5256" y="1155701"/>
            <a:ext cx="16173450" cy="50292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13200" spc="-1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1269" y="6310314"/>
            <a:ext cx="13842302" cy="2468880"/>
          </a:xfrm>
        </p:spPr>
        <p:txBody>
          <a:bodyPr>
            <a:normAutofit/>
          </a:bodyPr>
          <a:lstStyle>
            <a:lvl1pPr marL="0" indent="0" algn="l">
              <a:buNone/>
              <a:defRPr sz="4800">
                <a:solidFill>
                  <a:schemeClr val="tx1"/>
                </a:solidFill>
                <a:latin typeface="+mj-lt"/>
              </a:defRPr>
            </a:lvl1pPr>
            <a:lvl2pPr marL="685800" indent="0" algn="ctr">
              <a:buNone/>
              <a:defRPr sz="4200"/>
            </a:lvl2pPr>
            <a:lvl3pPr marL="1371600" indent="0" algn="ctr">
              <a:buNone/>
              <a:defRPr sz="3600"/>
            </a:lvl3pPr>
            <a:lvl4pPr marL="2057400" indent="0" algn="ctr">
              <a:buNone/>
              <a:defRPr sz="3000"/>
            </a:lvl4pPr>
            <a:lvl5pPr marL="2743200" indent="0" algn="ctr">
              <a:buNone/>
              <a:defRPr sz="3000"/>
            </a:lvl5pPr>
            <a:lvl6pPr marL="3429000" indent="0" algn="ctr">
              <a:buNone/>
              <a:defRPr sz="3000"/>
            </a:lvl6pPr>
            <a:lvl7pPr marL="4114800" indent="0" algn="ctr">
              <a:buNone/>
              <a:defRPr sz="3000"/>
            </a:lvl7pPr>
            <a:lvl8pPr marL="4800600" indent="0" algn="ctr">
              <a:buNone/>
              <a:defRPr sz="3000"/>
            </a:lvl8pPr>
            <a:lvl9pPr marL="5486400" indent="0" algn="ctr"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77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02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256" y="1151129"/>
            <a:ext cx="16171164" cy="503377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132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1268" y="6306314"/>
            <a:ext cx="13839444" cy="2468880"/>
          </a:xfr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/>
                </a:solidFill>
                <a:latin typeface="+mj-lt"/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9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4984" y="2997201"/>
            <a:ext cx="6995160" cy="565099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16995" y="2997201"/>
            <a:ext cx="6995160" cy="565099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43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984" y="3060701"/>
            <a:ext cx="6995160" cy="1085100"/>
          </a:xfrm>
        </p:spPr>
        <p:txBody>
          <a:bodyPr anchor="ctr">
            <a:normAutofit/>
          </a:bodyPr>
          <a:lstStyle>
            <a:lvl1pPr marL="0" indent="0">
              <a:buNone/>
              <a:defRPr sz="3300" b="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4984" y="4129626"/>
            <a:ext cx="6995160" cy="4800600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11412" y="3057653"/>
            <a:ext cx="6995160" cy="1083564"/>
          </a:xfrm>
        </p:spPr>
        <p:txBody>
          <a:bodyPr anchor="ctr">
            <a:normAutofit/>
          </a:bodyPr>
          <a:lstStyle>
            <a:lvl1pPr marL="0" indent="0">
              <a:buNone/>
              <a:defRPr sz="3300" b="0" cap="all" baseline="0">
                <a:latin typeface="+mj-lt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011412" y="4126485"/>
            <a:ext cx="6995160" cy="4800600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25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26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27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0" y="0"/>
            <a:ext cx="685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2392106" y="813423"/>
            <a:ext cx="5074920" cy="288036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143000"/>
            <a:ext cx="9144000" cy="685800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13973" y="3767720"/>
            <a:ext cx="5097780" cy="4690481"/>
          </a:xfrm>
        </p:spPr>
        <p:txBody>
          <a:bodyPr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27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836" y="8128001"/>
            <a:ext cx="16171164" cy="919925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8288000" cy="7996428"/>
          </a:xfrm>
          <a:solidFill>
            <a:schemeClr val="tx2"/>
          </a:solidFill>
        </p:spPr>
        <p:txBody>
          <a:bodyPr anchor="t"/>
          <a:lstStyle>
            <a:lvl1pPr marL="0" indent="0" algn="ctr">
              <a:spcBef>
                <a:spcPts val="1200"/>
              </a:spcBef>
              <a:buNone/>
              <a:defRPr sz="4800">
                <a:solidFill>
                  <a:schemeClr val="bg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4984" y="8864603"/>
            <a:ext cx="13844016" cy="8001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2100">
                <a:solidFill>
                  <a:schemeClr val="tx1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96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06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115925" y="1042988"/>
            <a:ext cx="3943350" cy="7200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7288" y="1071563"/>
            <a:ext cx="11601450" cy="81010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92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5837" y="749300"/>
            <a:ext cx="16159163" cy="2487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985" y="3017520"/>
            <a:ext cx="16130588" cy="5649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8700" y="9618671"/>
            <a:ext cx="617220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5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8700" y="9832046"/>
            <a:ext cx="754380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5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45889" y="8814619"/>
            <a:ext cx="4389120" cy="20955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545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072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8100" kern="1200" spc="-18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85000"/>
        </a:lnSpc>
        <a:spcBef>
          <a:spcPts val="1950"/>
        </a:spcBef>
        <a:buFont typeface="Arial" pitchFamily="34" charset="0"/>
        <a:buChar char=" "/>
        <a:defRPr sz="3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1pPr>
      <a:lvl2pPr marL="521208" indent="-51435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3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2pPr>
      <a:lvl3pPr marL="822960" indent="-82296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3000" i="1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3pPr>
      <a:lvl4pPr marL="1234440" indent="-123444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4pPr>
      <a:lvl5pPr marL="1645920" indent="-164592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5pPr>
      <a:lvl6pPr marL="1800000" indent="-34290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6pPr>
      <a:lvl7pPr marL="2100000" indent="-34290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7pPr>
      <a:lvl8pPr marL="2400000" indent="-34290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8pPr>
      <a:lvl9pPr marL="2700000" indent="-34290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14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C2438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36574" y="2337645"/>
            <a:ext cx="7136759" cy="958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NSU ClubHub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6574" y="3365154"/>
            <a:ext cx="14356109" cy="751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Centralized Club Management &amp; Engagement Portal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6574" y="4185790"/>
            <a:ext cx="4737049" cy="573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North South University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6574" y="5074739"/>
            <a:ext cx="16414852" cy="513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Members: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6574" y="5803849"/>
            <a:ext cx="16414852" cy="2078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M.A. Rahman Junaid</a:t>
            </a:r>
          </a:p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Shabab Alam Pean</a:t>
            </a:r>
          </a:p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Mohammad Safayet Hossain Alif</a:t>
            </a:r>
          </a:p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Syed Mohim Rahman Preo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14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C2438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36574" y="3152623"/>
            <a:ext cx="7136759" cy="958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Project Overview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36574" y="4646409"/>
            <a:ext cx="602161" cy="602161"/>
            <a:chOff x="0" y="0"/>
            <a:chExt cx="802881" cy="8028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02767" cy="802767"/>
            </a:xfrm>
            <a:custGeom>
              <a:avLst/>
              <a:gdLst/>
              <a:ahLst/>
              <a:cxnLst/>
              <a:rect l="l" t="t" r="r" b="b"/>
              <a:pathLst>
                <a:path w="802767" h="802767">
                  <a:moveTo>
                    <a:pt x="0" y="53467"/>
                  </a:moveTo>
                  <a:cubicBezTo>
                    <a:pt x="0" y="24003"/>
                    <a:pt x="24003" y="0"/>
                    <a:pt x="53467" y="0"/>
                  </a:cubicBezTo>
                  <a:lnTo>
                    <a:pt x="749300" y="0"/>
                  </a:lnTo>
                  <a:cubicBezTo>
                    <a:pt x="778891" y="0"/>
                    <a:pt x="802767" y="24003"/>
                    <a:pt x="802767" y="53467"/>
                  </a:cubicBezTo>
                  <a:lnTo>
                    <a:pt x="802767" y="749300"/>
                  </a:lnTo>
                  <a:cubicBezTo>
                    <a:pt x="802767" y="778891"/>
                    <a:pt x="778764" y="802767"/>
                    <a:pt x="749300" y="802767"/>
                  </a:cubicBezTo>
                  <a:lnTo>
                    <a:pt x="53467" y="802767"/>
                  </a:lnTo>
                  <a:cubicBezTo>
                    <a:pt x="24003" y="802894"/>
                    <a:pt x="0" y="778891"/>
                    <a:pt x="0" y="749300"/>
                  </a:cubicBezTo>
                  <a:close/>
                </a:path>
              </a:pathLst>
            </a:custGeom>
            <a:solidFill>
              <a:srgbClr val="4D1529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806331" y="4647609"/>
            <a:ext cx="7170391" cy="941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NSU ClubHub is a </a:t>
            </a:r>
            <a:r>
              <a:rPr lang="en-US" sz="2062" b="1">
                <a:solidFill>
                  <a:srgbClr val="F4CAB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platform for managing university clubs</a:t>
            </a: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311135" y="4646409"/>
            <a:ext cx="602161" cy="602161"/>
            <a:chOff x="0" y="0"/>
            <a:chExt cx="802881" cy="8028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02767" cy="802767"/>
            </a:xfrm>
            <a:custGeom>
              <a:avLst/>
              <a:gdLst/>
              <a:ahLst/>
              <a:cxnLst/>
              <a:rect l="l" t="t" r="r" b="b"/>
              <a:pathLst>
                <a:path w="802767" h="802767">
                  <a:moveTo>
                    <a:pt x="0" y="53467"/>
                  </a:moveTo>
                  <a:cubicBezTo>
                    <a:pt x="0" y="24003"/>
                    <a:pt x="24003" y="0"/>
                    <a:pt x="53467" y="0"/>
                  </a:cubicBezTo>
                  <a:lnTo>
                    <a:pt x="749300" y="0"/>
                  </a:lnTo>
                  <a:cubicBezTo>
                    <a:pt x="778891" y="0"/>
                    <a:pt x="802767" y="24003"/>
                    <a:pt x="802767" y="53467"/>
                  </a:cubicBezTo>
                  <a:lnTo>
                    <a:pt x="802767" y="749300"/>
                  </a:lnTo>
                  <a:cubicBezTo>
                    <a:pt x="802767" y="778891"/>
                    <a:pt x="778764" y="802767"/>
                    <a:pt x="749300" y="802767"/>
                  </a:cubicBezTo>
                  <a:lnTo>
                    <a:pt x="53467" y="802767"/>
                  </a:lnTo>
                  <a:cubicBezTo>
                    <a:pt x="24003" y="802894"/>
                    <a:pt x="0" y="778891"/>
                    <a:pt x="0" y="749300"/>
                  </a:cubicBezTo>
                  <a:close/>
                </a:path>
              </a:pathLst>
            </a:custGeom>
            <a:solidFill>
              <a:srgbClr val="4D1529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0180882" y="4647609"/>
            <a:ext cx="7170534" cy="941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helps students and admins </a:t>
            </a:r>
            <a:r>
              <a:rPr lang="en-US" sz="2062" b="1">
                <a:solidFill>
                  <a:srgbClr val="F4CAB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organize club activities easily</a:t>
            </a: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36574" y="6124575"/>
            <a:ext cx="602161" cy="602161"/>
            <a:chOff x="0" y="0"/>
            <a:chExt cx="802881" cy="80288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02767" cy="802767"/>
            </a:xfrm>
            <a:custGeom>
              <a:avLst/>
              <a:gdLst/>
              <a:ahLst/>
              <a:cxnLst/>
              <a:rect l="l" t="t" r="r" b="b"/>
              <a:pathLst>
                <a:path w="802767" h="802767">
                  <a:moveTo>
                    <a:pt x="0" y="53467"/>
                  </a:moveTo>
                  <a:cubicBezTo>
                    <a:pt x="0" y="24003"/>
                    <a:pt x="24003" y="0"/>
                    <a:pt x="53467" y="0"/>
                  </a:cubicBezTo>
                  <a:lnTo>
                    <a:pt x="749300" y="0"/>
                  </a:lnTo>
                  <a:cubicBezTo>
                    <a:pt x="778891" y="0"/>
                    <a:pt x="802767" y="24003"/>
                    <a:pt x="802767" y="53467"/>
                  </a:cubicBezTo>
                  <a:lnTo>
                    <a:pt x="802767" y="749300"/>
                  </a:lnTo>
                  <a:cubicBezTo>
                    <a:pt x="802767" y="778891"/>
                    <a:pt x="778764" y="802767"/>
                    <a:pt x="749300" y="802767"/>
                  </a:cubicBezTo>
                  <a:lnTo>
                    <a:pt x="53467" y="802767"/>
                  </a:lnTo>
                  <a:cubicBezTo>
                    <a:pt x="24003" y="802894"/>
                    <a:pt x="0" y="778891"/>
                    <a:pt x="0" y="749300"/>
                  </a:cubicBezTo>
                  <a:close/>
                </a:path>
              </a:pathLst>
            </a:custGeom>
            <a:solidFill>
              <a:srgbClr val="4D1529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806331" y="6125766"/>
            <a:ext cx="7170391" cy="941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system includes </a:t>
            </a:r>
            <a:r>
              <a:rPr lang="en-US" sz="2062" b="1">
                <a:solidFill>
                  <a:srgbClr val="F4CAB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club management, recruitment, events, and announcements</a:t>
            </a: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11135" y="6124575"/>
            <a:ext cx="602161" cy="602161"/>
            <a:chOff x="0" y="0"/>
            <a:chExt cx="802881" cy="80288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02767" cy="802767"/>
            </a:xfrm>
            <a:custGeom>
              <a:avLst/>
              <a:gdLst/>
              <a:ahLst/>
              <a:cxnLst/>
              <a:rect l="l" t="t" r="r" b="b"/>
              <a:pathLst>
                <a:path w="802767" h="802767">
                  <a:moveTo>
                    <a:pt x="0" y="53467"/>
                  </a:moveTo>
                  <a:cubicBezTo>
                    <a:pt x="0" y="24003"/>
                    <a:pt x="24003" y="0"/>
                    <a:pt x="53467" y="0"/>
                  </a:cubicBezTo>
                  <a:lnTo>
                    <a:pt x="749300" y="0"/>
                  </a:lnTo>
                  <a:cubicBezTo>
                    <a:pt x="778891" y="0"/>
                    <a:pt x="802767" y="24003"/>
                    <a:pt x="802767" y="53467"/>
                  </a:cubicBezTo>
                  <a:lnTo>
                    <a:pt x="802767" y="749300"/>
                  </a:lnTo>
                  <a:cubicBezTo>
                    <a:pt x="802767" y="778891"/>
                    <a:pt x="778764" y="802767"/>
                    <a:pt x="749300" y="802767"/>
                  </a:cubicBezTo>
                  <a:lnTo>
                    <a:pt x="53467" y="802767"/>
                  </a:lnTo>
                  <a:cubicBezTo>
                    <a:pt x="24003" y="802894"/>
                    <a:pt x="0" y="778891"/>
                    <a:pt x="0" y="749300"/>
                  </a:cubicBezTo>
                  <a:close/>
                </a:path>
              </a:pathLst>
            </a:custGeom>
            <a:solidFill>
              <a:srgbClr val="4D1529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0180882" y="6125766"/>
            <a:ext cx="7170534" cy="941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Update 4 focuses on </a:t>
            </a:r>
            <a:r>
              <a:rPr lang="en-US" sz="2062" b="1">
                <a:solidFill>
                  <a:srgbClr val="F4CAB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 portals and login system improvements</a:t>
            </a: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14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C2438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36574" y="1694707"/>
            <a:ext cx="8579644" cy="958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Login Page Improvement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6574" y="3209773"/>
            <a:ext cx="5320903" cy="2841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login page was </a:t>
            </a:r>
            <a:r>
              <a:rPr lang="en-US" sz="2062" b="1">
                <a:solidFill>
                  <a:srgbClr val="F4CAB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redesigned with a modern interface</a:t>
            </a: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Added a </a:t>
            </a:r>
            <a:r>
              <a:rPr lang="en-US" sz="2062" b="1">
                <a:solidFill>
                  <a:srgbClr val="F4CAB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 role selector</a:t>
            </a: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testing.</a:t>
            </a:r>
          </a:p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Users can preview dashboards without entering credentials.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6574" y="6205985"/>
            <a:ext cx="5320903" cy="513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Available roles: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6574" y="6874821"/>
            <a:ext cx="5320903" cy="1557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Student</a:t>
            </a:r>
          </a:p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Club Admin</a:t>
            </a:r>
          </a:p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Super Admin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975FE0-2EC6-43DB-A564-5F73F4EB6E8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24200" y="1638300"/>
            <a:ext cx="114681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015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14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C2438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36574" y="1482481"/>
            <a:ext cx="7136759" cy="958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Club Admin Portal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6574" y="2890542"/>
            <a:ext cx="16414852" cy="513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Club Admin portal now includes </a:t>
            </a:r>
            <a:r>
              <a:rPr lang="en-US" sz="2062" b="1">
                <a:solidFill>
                  <a:srgbClr val="FFB39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 modules</a:t>
            </a: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7524" y="3686327"/>
            <a:ext cx="8111728" cy="1095527"/>
            <a:chOff x="0" y="0"/>
            <a:chExt cx="10815638" cy="1460703"/>
          </a:xfrm>
        </p:grpSpPr>
        <p:sp>
          <p:nvSpPr>
            <p:cNvPr id="9" name="Freeform 9"/>
            <p:cNvSpPr/>
            <p:nvPr/>
          </p:nvSpPr>
          <p:spPr>
            <a:xfrm>
              <a:off x="25400" y="25400"/>
              <a:ext cx="10764901" cy="1409827"/>
            </a:xfrm>
            <a:custGeom>
              <a:avLst/>
              <a:gdLst/>
              <a:ahLst/>
              <a:cxnLst/>
              <a:rect l="l" t="t" r="r" b="b"/>
              <a:pathLst>
                <a:path w="10764901" h="1409827">
                  <a:moveTo>
                    <a:pt x="0" y="53467"/>
                  </a:moveTo>
                  <a:cubicBezTo>
                    <a:pt x="0" y="24003"/>
                    <a:pt x="24765" y="0"/>
                    <a:pt x="55245" y="0"/>
                  </a:cubicBezTo>
                  <a:lnTo>
                    <a:pt x="10709656" y="0"/>
                  </a:lnTo>
                  <a:cubicBezTo>
                    <a:pt x="10740137" y="0"/>
                    <a:pt x="10764901" y="24003"/>
                    <a:pt x="10764901" y="53467"/>
                  </a:cubicBezTo>
                  <a:lnTo>
                    <a:pt x="10764901" y="1356360"/>
                  </a:lnTo>
                  <a:cubicBezTo>
                    <a:pt x="10764901" y="1385951"/>
                    <a:pt x="10740137" y="1409827"/>
                    <a:pt x="10709656" y="1409827"/>
                  </a:cubicBezTo>
                  <a:lnTo>
                    <a:pt x="55245" y="1409827"/>
                  </a:lnTo>
                  <a:cubicBezTo>
                    <a:pt x="24765" y="1409827"/>
                    <a:pt x="0" y="1385824"/>
                    <a:pt x="0" y="1356360"/>
                  </a:cubicBezTo>
                  <a:close/>
                </a:path>
              </a:pathLst>
            </a:custGeom>
            <a:solidFill>
              <a:srgbClr val="5C2438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0815701" cy="1460627"/>
            </a:xfrm>
            <a:custGeom>
              <a:avLst/>
              <a:gdLst/>
              <a:ahLst/>
              <a:cxnLst/>
              <a:rect l="l" t="t" r="r" b="b"/>
              <a:pathLst>
                <a:path w="10815701" h="1460627">
                  <a:moveTo>
                    <a:pt x="0" y="78867"/>
                  </a:moveTo>
                  <a:cubicBezTo>
                    <a:pt x="0" y="34544"/>
                    <a:pt x="36830" y="0"/>
                    <a:pt x="80645" y="0"/>
                  </a:cubicBezTo>
                  <a:lnTo>
                    <a:pt x="10735056" y="0"/>
                  </a:lnTo>
                  <a:lnTo>
                    <a:pt x="10735056" y="25400"/>
                  </a:lnTo>
                  <a:lnTo>
                    <a:pt x="10735056" y="0"/>
                  </a:lnTo>
                  <a:cubicBezTo>
                    <a:pt x="10778872" y="0"/>
                    <a:pt x="10815701" y="34544"/>
                    <a:pt x="10815701" y="78867"/>
                  </a:cubicBezTo>
                  <a:lnTo>
                    <a:pt x="10790301" y="78867"/>
                  </a:lnTo>
                  <a:lnTo>
                    <a:pt x="10815701" y="78867"/>
                  </a:lnTo>
                  <a:lnTo>
                    <a:pt x="10815701" y="1381760"/>
                  </a:lnTo>
                  <a:lnTo>
                    <a:pt x="10790301" y="1381760"/>
                  </a:lnTo>
                  <a:lnTo>
                    <a:pt x="10815701" y="1381760"/>
                  </a:lnTo>
                  <a:cubicBezTo>
                    <a:pt x="10815701" y="1426083"/>
                    <a:pt x="10778872" y="1460627"/>
                    <a:pt x="10735056" y="1460627"/>
                  </a:cubicBezTo>
                  <a:lnTo>
                    <a:pt x="10735056" y="1435227"/>
                  </a:lnTo>
                  <a:lnTo>
                    <a:pt x="10735056" y="1460627"/>
                  </a:lnTo>
                  <a:lnTo>
                    <a:pt x="80645" y="1460627"/>
                  </a:lnTo>
                  <a:lnTo>
                    <a:pt x="80645" y="1435227"/>
                  </a:lnTo>
                  <a:lnTo>
                    <a:pt x="80645" y="1460627"/>
                  </a:lnTo>
                  <a:cubicBezTo>
                    <a:pt x="36830" y="1460754"/>
                    <a:pt x="0" y="1426083"/>
                    <a:pt x="0" y="1381760"/>
                  </a:cubicBezTo>
                  <a:lnTo>
                    <a:pt x="0" y="78867"/>
                  </a:lnTo>
                  <a:lnTo>
                    <a:pt x="25400" y="78867"/>
                  </a:lnTo>
                  <a:lnTo>
                    <a:pt x="0" y="78867"/>
                  </a:lnTo>
                  <a:moveTo>
                    <a:pt x="50800" y="78867"/>
                  </a:moveTo>
                  <a:lnTo>
                    <a:pt x="50800" y="1381760"/>
                  </a:lnTo>
                  <a:lnTo>
                    <a:pt x="25400" y="1381760"/>
                  </a:lnTo>
                  <a:lnTo>
                    <a:pt x="50800" y="1381760"/>
                  </a:lnTo>
                  <a:cubicBezTo>
                    <a:pt x="50800" y="1396619"/>
                    <a:pt x="63373" y="1409827"/>
                    <a:pt x="80645" y="1409827"/>
                  </a:cubicBezTo>
                  <a:lnTo>
                    <a:pt x="10735056" y="1409827"/>
                  </a:lnTo>
                  <a:cubicBezTo>
                    <a:pt x="10752201" y="1409827"/>
                    <a:pt x="10764901" y="1396492"/>
                    <a:pt x="10764901" y="1381760"/>
                  </a:cubicBezTo>
                  <a:lnTo>
                    <a:pt x="10764901" y="78867"/>
                  </a:lnTo>
                  <a:cubicBezTo>
                    <a:pt x="10764901" y="64008"/>
                    <a:pt x="10752328" y="50800"/>
                    <a:pt x="10735056" y="50800"/>
                  </a:cubicBezTo>
                  <a:lnTo>
                    <a:pt x="80645" y="50800"/>
                  </a:lnTo>
                  <a:lnTo>
                    <a:pt x="80645" y="25400"/>
                  </a:lnTo>
                  <a:lnTo>
                    <a:pt x="80645" y="50800"/>
                  </a:lnTo>
                  <a:cubicBezTo>
                    <a:pt x="63373" y="50800"/>
                    <a:pt x="50800" y="64135"/>
                    <a:pt x="50800" y="78867"/>
                  </a:cubicBezTo>
                  <a:close/>
                </a:path>
              </a:pathLst>
            </a:custGeom>
            <a:solidFill>
              <a:srgbClr val="662E42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242270" y="3963438"/>
            <a:ext cx="3568303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Dashboard overview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258748" y="3686327"/>
            <a:ext cx="8111728" cy="1095527"/>
            <a:chOff x="0" y="0"/>
            <a:chExt cx="10815638" cy="1460703"/>
          </a:xfrm>
        </p:grpSpPr>
        <p:sp>
          <p:nvSpPr>
            <p:cNvPr id="13" name="Freeform 13"/>
            <p:cNvSpPr/>
            <p:nvPr/>
          </p:nvSpPr>
          <p:spPr>
            <a:xfrm>
              <a:off x="25400" y="25400"/>
              <a:ext cx="10764901" cy="1409827"/>
            </a:xfrm>
            <a:custGeom>
              <a:avLst/>
              <a:gdLst/>
              <a:ahLst/>
              <a:cxnLst/>
              <a:rect l="l" t="t" r="r" b="b"/>
              <a:pathLst>
                <a:path w="10764901" h="1409827">
                  <a:moveTo>
                    <a:pt x="0" y="53467"/>
                  </a:moveTo>
                  <a:cubicBezTo>
                    <a:pt x="0" y="24003"/>
                    <a:pt x="24765" y="0"/>
                    <a:pt x="55245" y="0"/>
                  </a:cubicBezTo>
                  <a:lnTo>
                    <a:pt x="10709656" y="0"/>
                  </a:lnTo>
                  <a:cubicBezTo>
                    <a:pt x="10740137" y="0"/>
                    <a:pt x="10764901" y="24003"/>
                    <a:pt x="10764901" y="53467"/>
                  </a:cubicBezTo>
                  <a:lnTo>
                    <a:pt x="10764901" y="1356360"/>
                  </a:lnTo>
                  <a:cubicBezTo>
                    <a:pt x="10764901" y="1385951"/>
                    <a:pt x="10740137" y="1409827"/>
                    <a:pt x="10709656" y="1409827"/>
                  </a:cubicBezTo>
                  <a:lnTo>
                    <a:pt x="55245" y="1409827"/>
                  </a:lnTo>
                  <a:cubicBezTo>
                    <a:pt x="24765" y="1409827"/>
                    <a:pt x="0" y="1385824"/>
                    <a:pt x="0" y="1356360"/>
                  </a:cubicBezTo>
                  <a:close/>
                </a:path>
              </a:pathLst>
            </a:custGeom>
            <a:solidFill>
              <a:srgbClr val="5C2438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10815701" cy="1460627"/>
            </a:xfrm>
            <a:custGeom>
              <a:avLst/>
              <a:gdLst/>
              <a:ahLst/>
              <a:cxnLst/>
              <a:rect l="l" t="t" r="r" b="b"/>
              <a:pathLst>
                <a:path w="10815701" h="1460627">
                  <a:moveTo>
                    <a:pt x="0" y="78867"/>
                  </a:moveTo>
                  <a:cubicBezTo>
                    <a:pt x="0" y="34544"/>
                    <a:pt x="36830" y="0"/>
                    <a:pt x="80645" y="0"/>
                  </a:cubicBezTo>
                  <a:lnTo>
                    <a:pt x="10735056" y="0"/>
                  </a:lnTo>
                  <a:lnTo>
                    <a:pt x="10735056" y="25400"/>
                  </a:lnTo>
                  <a:lnTo>
                    <a:pt x="10735056" y="0"/>
                  </a:lnTo>
                  <a:cubicBezTo>
                    <a:pt x="10778872" y="0"/>
                    <a:pt x="10815701" y="34544"/>
                    <a:pt x="10815701" y="78867"/>
                  </a:cubicBezTo>
                  <a:lnTo>
                    <a:pt x="10790301" y="78867"/>
                  </a:lnTo>
                  <a:lnTo>
                    <a:pt x="10815701" y="78867"/>
                  </a:lnTo>
                  <a:lnTo>
                    <a:pt x="10815701" y="1381760"/>
                  </a:lnTo>
                  <a:lnTo>
                    <a:pt x="10790301" y="1381760"/>
                  </a:lnTo>
                  <a:lnTo>
                    <a:pt x="10815701" y="1381760"/>
                  </a:lnTo>
                  <a:cubicBezTo>
                    <a:pt x="10815701" y="1426083"/>
                    <a:pt x="10778872" y="1460627"/>
                    <a:pt x="10735056" y="1460627"/>
                  </a:cubicBezTo>
                  <a:lnTo>
                    <a:pt x="10735056" y="1435227"/>
                  </a:lnTo>
                  <a:lnTo>
                    <a:pt x="10735056" y="1460627"/>
                  </a:lnTo>
                  <a:lnTo>
                    <a:pt x="80645" y="1460627"/>
                  </a:lnTo>
                  <a:lnTo>
                    <a:pt x="80645" y="1435227"/>
                  </a:lnTo>
                  <a:lnTo>
                    <a:pt x="80645" y="1460627"/>
                  </a:lnTo>
                  <a:cubicBezTo>
                    <a:pt x="36830" y="1460754"/>
                    <a:pt x="0" y="1426083"/>
                    <a:pt x="0" y="1381760"/>
                  </a:cubicBezTo>
                  <a:lnTo>
                    <a:pt x="0" y="78867"/>
                  </a:lnTo>
                  <a:lnTo>
                    <a:pt x="25400" y="78867"/>
                  </a:lnTo>
                  <a:lnTo>
                    <a:pt x="0" y="78867"/>
                  </a:lnTo>
                  <a:moveTo>
                    <a:pt x="50800" y="78867"/>
                  </a:moveTo>
                  <a:lnTo>
                    <a:pt x="50800" y="1381760"/>
                  </a:lnTo>
                  <a:lnTo>
                    <a:pt x="25400" y="1381760"/>
                  </a:lnTo>
                  <a:lnTo>
                    <a:pt x="50800" y="1381760"/>
                  </a:lnTo>
                  <a:cubicBezTo>
                    <a:pt x="50800" y="1396619"/>
                    <a:pt x="63373" y="1409827"/>
                    <a:pt x="80645" y="1409827"/>
                  </a:cubicBezTo>
                  <a:lnTo>
                    <a:pt x="10735056" y="1409827"/>
                  </a:lnTo>
                  <a:cubicBezTo>
                    <a:pt x="10752201" y="1409827"/>
                    <a:pt x="10764901" y="1396492"/>
                    <a:pt x="10764901" y="1381760"/>
                  </a:cubicBezTo>
                  <a:lnTo>
                    <a:pt x="10764901" y="78867"/>
                  </a:lnTo>
                  <a:cubicBezTo>
                    <a:pt x="10764901" y="64008"/>
                    <a:pt x="10752328" y="50800"/>
                    <a:pt x="10735056" y="50800"/>
                  </a:cubicBezTo>
                  <a:lnTo>
                    <a:pt x="80645" y="50800"/>
                  </a:lnTo>
                  <a:lnTo>
                    <a:pt x="80645" y="25400"/>
                  </a:lnTo>
                  <a:lnTo>
                    <a:pt x="80645" y="50800"/>
                  </a:lnTo>
                  <a:cubicBezTo>
                    <a:pt x="63373" y="50800"/>
                    <a:pt x="50800" y="64135"/>
                    <a:pt x="50800" y="78867"/>
                  </a:cubicBezTo>
                  <a:close/>
                </a:path>
              </a:pathLst>
            </a:custGeom>
            <a:solidFill>
              <a:srgbClr val="662E42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583493" y="3963438"/>
            <a:ext cx="3817887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Member management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17524" y="5011341"/>
            <a:ext cx="8111728" cy="1095527"/>
            <a:chOff x="0" y="0"/>
            <a:chExt cx="10815638" cy="1460703"/>
          </a:xfrm>
        </p:grpSpPr>
        <p:sp>
          <p:nvSpPr>
            <p:cNvPr id="17" name="Freeform 17"/>
            <p:cNvSpPr/>
            <p:nvPr/>
          </p:nvSpPr>
          <p:spPr>
            <a:xfrm>
              <a:off x="25400" y="25400"/>
              <a:ext cx="10764901" cy="1409827"/>
            </a:xfrm>
            <a:custGeom>
              <a:avLst/>
              <a:gdLst/>
              <a:ahLst/>
              <a:cxnLst/>
              <a:rect l="l" t="t" r="r" b="b"/>
              <a:pathLst>
                <a:path w="10764901" h="1409827">
                  <a:moveTo>
                    <a:pt x="0" y="53467"/>
                  </a:moveTo>
                  <a:cubicBezTo>
                    <a:pt x="0" y="24003"/>
                    <a:pt x="24765" y="0"/>
                    <a:pt x="55245" y="0"/>
                  </a:cubicBezTo>
                  <a:lnTo>
                    <a:pt x="10709656" y="0"/>
                  </a:lnTo>
                  <a:cubicBezTo>
                    <a:pt x="10740137" y="0"/>
                    <a:pt x="10764901" y="24003"/>
                    <a:pt x="10764901" y="53467"/>
                  </a:cubicBezTo>
                  <a:lnTo>
                    <a:pt x="10764901" y="1356360"/>
                  </a:lnTo>
                  <a:cubicBezTo>
                    <a:pt x="10764901" y="1385951"/>
                    <a:pt x="10740137" y="1409827"/>
                    <a:pt x="10709656" y="1409827"/>
                  </a:cubicBezTo>
                  <a:lnTo>
                    <a:pt x="55245" y="1409827"/>
                  </a:lnTo>
                  <a:cubicBezTo>
                    <a:pt x="24765" y="1409827"/>
                    <a:pt x="0" y="1385824"/>
                    <a:pt x="0" y="1356360"/>
                  </a:cubicBezTo>
                  <a:close/>
                </a:path>
              </a:pathLst>
            </a:custGeom>
            <a:solidFill>
              <a:srgbClr val="5C243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0815701" cy="1460627"/>
            </a:xfrm>
            <a:custGeom>
              <a:avLst/>
              <a:gdLst/>
              <a:ahLst/>
              <a:cxnLst/>
              <a:rect l="l" t="t" r="r" b="b"/>
              <a:pathLst>
                <a:path w="10815701" h="1460627">
                  <a:moveTo>
                    <a:pt x="0" y="78867"/>
                  </a:moveTo>
                  <a:cubicBezTo>
                    <a:pt x="0" y="34544"/>
                    <a:pt x="36830" y="0"/>
                    <a:pt x="80645" y="0"/>
                  </a:cubicBezTo>
                  <a:lnTo>
                    <a:pt x="10735056" y="0"/>
                  </a:lnTo>
                  <a:lnTo>
                    <a:pt x="10735056" y="25400"/>
                  </a:lnTo>
                  <a:lnTo>
                    <a:pt x="10735056" y="0"/>
                  </a:lnTo>
                  <a:cubicBezTo>
                    <a:pt x="10778872" y="0"/>
                    <a:pt x="10815701" y="34544"/>
                    <a:pt x="10815701" y="78867"/>
                  </a:cubicBezTo>
                  <a:lnTo>
                    <a:pt x="10790301" y="78867"/>
                  </a:lnTo>
                  <a:lnTo>
                    <a:pt x="10815701" y="78867"/>
                  </a:lnTo>
                  <a:lnTo>
                    <a:pt x="10815701" y="1381760"/>
                  </a:lnTo>
                  <a:lnTo>
                    <a:pt x="10790301" y="1381760"/>
                  </a:lnTo>
                  <a:lnTo>
                    <a:pt x="10815701" y="1381760"/>
                  </a:lnTo>
                  <a:cubicBezTo>
                    <a:pt x="10815701" y="1426083"/>
                    <a:pt x="10778872" y="1460627"/>
                    <a:pt x="10735056" y="1460627"/>
                  </a:cubicBezTo>
                  <a:lnTo>
                    <a:pt x="10735056" y="1435227"/>
                  </a:lnTo>
                  <a:lnTo>
                    <a:pt x="10735056" y="1460627"/>
                  </a:lnTo>
                  <a:lnTo>
                    <a:pt x="80645" y="1460627"/>
                  </a:lnTo>
                  <a:lnTo>
                    <a:pt x="80645" y="1435227"/>
                  </a:lnTo>
                  <a:lnTo>
                    <a:pt x="80645" y="1460627"/>
                  </a:lnTo>
                  <a:cubicBezTo>
                    <a:pt x="36830" y="1460754"/>
                    <a:pt x="0" y="1426083"/>
                    <a:pt x="0" y="1381760"/>
                  </a:cubicBezTo>
                  <a:lnTo>
                    <a:pt x="0" y="78867"/>
                  </a:lnTo>
                  <a:lnTo>
                    <a:pt x="25400" y="78867"/>
                  </a:lnTo>
                  <a:lnTo>
                    <a:pt x="0" y="78867"/>
                  </a:lnTo>
                  <a:moveTo>
                    <a:pt x="50800" y="78867"/>
                  </a:moveTo>
                  <a:lnTo>
                    <a:pt x="50800" y="1381760"/>
                  </a:lnTo>
                  <a:lnTo>
                    <a:pt x="25400" y="1381760"/>
                  </a:lnTo>
                  <a:lnTo>
                    <a:pt x="50800" y="1381760"/>
                  </a:lnTo>
                  <a:cubicBezTo>
                    <a:pt x="50800" y="1396619"/>
                    <a:pt x="63373" y="1409827"/>
                    <a:pt x="80645" y="1409827"/>
                  </a:cubicBezTo>
                  <a:lnTo>
                    <a:pt x="10735056" y="1409827"/>
                  </a:lnTo>
                  <a:cubicBezTo>
                    <a:pt x="10752201" y="1409827"/>
                    <a:pt x="10764901" y="1396492"/>
                    <a:pt x="10764901" y="1381760"/>
                  </a:cubicBezTo>
                  <a:lnTo>
                    <a:pt x="10764901" y="78867"/>
                  </a:lnTo>
                  <a:cubicBezTo>
                    <a:pt x="10764901" y="64008"/>
                    <a:pt x="10752328" y="50800"/>
                    <a:pt x="10735056" y="50800"/>
                  </a:cubicBezTo>
                  <a:lnTo>
                    <a:pt x="80645" y="50800"/>
                  </a:lnTo>
                  <a:lnTo>
                    <a:pt x="80645" y="25400"/>
                  </a:lnTo>
                  <a:lnTo>
                    <a:pt x="80645" y="50800"/>
                  </a:lnTo>
                  <a:cubicBezTo>
                    <a:pt x="63373" y="50800"/>
                    <a:pt x="50800" y="64135"/>
                    <a:pt x="50800" y="78867"/>
                  </a:cubicBezTo>
                  <a:close/>
                </a:path>
              </a:pathLst>
            </a:custGeom>
            <a:solidFill>
              <a:srgbClr val="662E42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242270" y="5288461"/>
            <a:ext cx="5604424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Event creation and management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258748" y="5011341"/>
            <a:ext cx="8111728" cy="1095527"/>
            <a:chOff x="0" y="0"/>
            <a:chExt cx="10815638" cy="1460703"/>
          </a:xfrm>
        </p:grpSpPr>
        <p:sp>
          <p:nvSpPr>
            <p:cNvPr id="21" name="Freeform 21"/>
            <p:cNvSpPr/>
            <p:nvPr/>
          </p:nvSpPr>
          <p:spPr>
            <a:xfrm>
              <a:off x="25400" y="25400"/>
              <a:ext cx="10764901" cy="1409827"/>
            </a:xfrm>
            <a:custGeom>
              <a:avLst/>
              <a:gdLst/>
              <a:ahLst/>
              <a:cxnLst/>
              <a:rect l="l" t="t" r="r" b="b"/>
              <a:pathLst>
                <a:path w="10764901" h="1409827">
                  <a:moveTo>
                    <a:pt x="0" y="53467"/>
                  </a:moveTo>
                  <a:cubicBezTo>
                    <a:pt x="0" y="24003"/>
                    <a:pt x="24765" y="0"/>
                    <a:pt x="55245" y="0"/>
                  </a:cubicBezTo>
                  <a:lnTo>
                    <a:pt x="10709656" y="0"/>
                  </a:lnTo>
                  <a:cubicBezTo>
                    <a:pt x="10740137" y="0"/>
                    <a:pt x="10764901" y="24003"/>
                    <a:pt x="10764901" y="53467"/>
                  </a:cubicBezTo>
                  <a:lnTo>
                    <a:pt x="10764901" y="1356360"/>
                  </a:lnTo>
                  <a:cubicBezTo>
                    <a:pt x="10764901" y="1385951"/>
                    <a:pt x="10740137" y="1409827"/>
                    <a:pt x="10709656" y="1409827"/>
                  </a:cubicBezTo>
                  <a:lnTo>
                    <a:pt x="55245" y="1409827"/>
                  </a:lnTo>
                  <a:cubicBezTo>
                    <a:pt x="24765" y="1409827"/>
                    <a:pt x="0" y="1385824"/>
                    <a:pt x="0" y="1356360"/>
                  </a:cubicBezTo>
                  <a:close/>
                </a:path>
              </a:pathLst>
            </a:custGeom>
            <a:solidFill>
              <a:srgbClr val="5C243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10815701" cy="1460627"/>
            </a:xfrm>
            <a:custGeom>
              <a:avLst/>
              <a:gdLst/>
              <a:ahLst/>
              <a:cxnLst/>
              <a:rect l="l" t="t" r="r" b="b"/>
              <a:pathLst>
                <a:path w="10815701" h="1460627">
                  <a:moveTo>
                    <a:pt x="0" y="78867"/>
                  </a:moveTo>
                  <a:cubicBezTo>
                    <a:pt x="0" y="34544"/>
                    <a:pt x="36830" y="0"/>
                    <a:pt x="80645" y="0"/>
                  </a:cubicBezTo>
                  <a:lnTo>
                    <a:pt x="10735056" y="0"/>
                  </a:lnTo>
                  <a:lnTo>
                    <a:pt x="10735056" y="25400"/>
                  </a:lnTo>
                  <a:lnTo>
                    <a:pt x="10735056" y="0"/>
                  </a:lnTo>
                  <a:cubicBezTo>
                    <a:pt x="10778872" y="0"/>
                    <a:pt x="10815701" y="34544"/>
                    <a:pt x="10815701" y="78867"/>
                  </a:cubicBezTo>
                  <a:lnTo>
                    <a:pt x="10790301" y="78867"/>
                  </a:lnTo>
                  <a:lnTo>
                    <a:pt x="10815701" y="78867"/>
                  </a:lnTo>
                  <a:lnTo>
                    <a:pt x="10815701" y="1381760"/>
                  </a:lnTo>
                  <a:lnTo>
                    <a:pt x="10790301" y="1381760"/>
                  </a:lnTo>
                  <a:lnTo>
                    <a:pt x="10815701" y="1381760"/>
                  </a:lnTo>
                  <a:cubicBezTo>
                    <a:pt x="10815701" y="1426083"/>
                    <a:pt x="10778872" y="1460627"/>
                    <a:pt x="10735056" y="1460627"/>
                  </a:cubicBezTo>
                  <a:lnTo>
                    <a:pt x="10735056" y="1435227"/>
                  </a:lnTo>
                  <a:lnTo>
                    <a:pt x="10735056" y="1460627"/>
                  </a:lnTo>
                  <a:lnTo>
                    <a:pt x="80645" y="1460627"/>
                  </a:lnTo>
                  <a:lnTo>
                    <a:pt x="80645" y="1435227"/>
                  </a:lnTo>
                  <a:lnTo>
                    <a:pt x="80645" y="1460627"/>
                  </a:lnTo>
                  <a:cubicBezTo>
                    <a:pt x="36830" y="1460754"/>
                    <a:pt x="0" y="1426083"/>
                    <a:pt x="0" y="1381760"/>
                  </a:cubicBezTo>
                  <a:lnTo>
                    <a:pt x="0" y="78867"/>
                  </a:lnTo>
                  <a:lnTo>
                    <a:pt x="25400" y="78867"/>
                  </a:lnTo>
                  <a:lnTo>
                    <a:pt x="0" y="78867"/>
                  </a:lnTo>
                  <a:moveTo>
                    <a:pt x="50800" y="78867"/>
                  </a:moveTo>
                  <a:lnTo>
                    <a:pt x="50800" y="1381760"/>
                  </a:lnTo>
                  <a:lnTo>
                    <a:pt x="25400" y="1381760"/>
                  </a:lnTo>
                  <a:lnTo>
                    <a:pt x="50800" y="1381760"/>
                  </a:lnTo>
                  <a:cubicBezTo>
                    <a:pt x="50800" y="1396619"/>
                    <a:pt x="63373" y="1409827"/>
                    <a:pt x="80645" y="1409827"/>
                  </a:cubicBezTo>
                  <a:lnTo>
                    <a:pt x="10735056" y="1409827"/>
                  </a:lnTo>
                  <a:cubicBezTo>
                    <a:pt x="10752201" y="1409827"/>
                    <a:pt x="10764901" y="1396492"/>
                    <a:pt x="10764901" y="1381760"/>
                  </a:cubicBezTo>
                  <a:lnTo>
                    <a:pt x="10764901" y="78867"/>
                  </a:lnTo>
                  <a:cubicBezTo>
                    <a:pt x="10764901" y="64008"/>
                    <a:pt x="10752328" y="50800"/>
                    <a:pt x="10735056" y="50800"/>
                  </a:cubicBezTo>
                  <a:lnTo>
                    <a:pt x="80645" y="50800"/>
                  </a:lnTo>
                  <a:lnTo>
                    <a:pt x="80645" y="25400"/>
                  </a:lnTo>
                  <a:lnTo>
                    <a:pt x="80645" y="50800"/>
                  </a:lnTo>
                  <a:cubicBezTo>
                    <a:pt x="63373" y="50800"/>
                    <a:pt x="50800" y="64135"/>
                    <a:pt x="50800" y="78867"/>
                  </a:cubicBezTo>
                  <a:close/>
                </a:path>
              </a:pathLst>
            </a:custGeom>
            <a:solidFill>
              <a:srgbClr val="662E42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9583493" y="5288461"/>
            <a:ext cx="5394722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Recruitment post management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7524" y="6336354"/>
            <a:ext cx="8111728" cy="1095527"/>
            <a:chOff x="0" y="0"/>
            <a:chExt cx="10815638" cy="1460703"/>
          </a:xfrm>
        </p:grpSpPr>
        <p:sp>
          <p:nvSpPr>
            <p:cNvPr id="25" name="Freeform 25"/>
            <p:cNvSpPr/>
            <p:nvPr/>
          </p:nvSpPr>
          <p:spPr>
            <a:xfrm>
              <a:off x="25400" y="25400"/>
              <a:ext cx="10764901" cy="1409827"/>
            </a:xfrm>
            <a:custGeom>
              <a:avLst/>
              <a:gdLst/>
              <a:ahLst/>
              <a:cxnLst/>
              <a:rect l="l" t="t" r="r" b="b"/>
              <a:pathLst>
                <a:path w="10764901" h="1409827">
                  <a:moveTo>
                    <a:pt x="0" y="53467"/>
                  </a:moveTo>
                  <a:cubicBezTo>
                    <a:pt x="0" y="24003"/>
                    <a:pt x="24765" y="0"/>
                    <a:pt x="55245" y="0"/>
                  </a:cubicBezTo>
                  <a:lnTo>
                    <a:pt x="10709656" y="0"/>
                  </a:lnTo>
                  <a:cubicBezTo>
                    <a:pt x="10740137" y="0"/>
                    <a:pt x="10764901" y="24003"/>
                    <a:pt x="10764901" y="53467"/>
                  </a:cubicBezTo>
                  <a:lnTo>
                    <a:pt x="10764901" y="1356360"/>
                  </a:lnTo>
                  <a:cubicBezTo>
                    <a:pt x="10764901" y="1385951"/>
                    <a:pt x="10740137" y="1409827"/>
                    <a:pt x="10709656" y="1409827"/>
                  </a:cubicBezTo>
                  <a:lnTo>
                    <a:pt x="55245" y="1409827"/>
                  </a:lnTo>
                  <a:cubicBezTo>
                    <a:pt x="24765" y="1409827"/>
                    <a:pt x="0" y="1385824"/>
                    <a:pt x="0" y="1356360"/>
                  </a:cubicBezTo>
                  <a:close/>
                </a:path>
              </a:pathLst>
            </a:custGeom>
            <a:solidFill>
              <a:srgbClr val="5C2438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10815701" cy="1460627"/>
            </a:xfrm>
            <a:custGeom>
              <a:avLst/>
              <a:gdLst/>
              <a:ahLst/>
              <a:cxnLst/>
              <a:rect l="l" t="t" r="r" b="b"/>
              <a:pathLst>
                <a:path w="10815701" h="1460627">
                  <a:moveTo>
                    <a:pt x="0" y="78867"/>
                  </a:moveTo>
                  <a:cubicBezTo>
                    <a:pt x="0" y="34544"/>
                    <a:pt x="36830" y="0"/>
                    <a:pt x="80645" y="0"/>
                  </a:cubicBezTo>
                  <a:lnTo>
                    <a:pt x="10735056" y="0"/>
                  </a:lnTo>
                  <a:lnTo>
                    <a:pt x="10735056" y="25400"/>
                  </a:lnTo>
                  <a:lnTo>
                    <a:pt x="10735056" y="0"/>
                  </a:lnTo>
                  <a:cubicBezTo>
                    <a:pt x="10778872" y="0"/>
                    <a:pt x="10815701" y="34544"/>
                    <a:pt x="10815701" y="78867"/>
                  </a:cubicBezTo>
                  <a:lnTo>
                    <a:pt x="10790301" y="78867"/>
                  </a:lnTo>
                  <a:lnTo>
                    <a:pt x="10815701" y="78867"/>
                  </a:lnTo>
                  <a:lnTo>
                    <a:pt x="10815701" y="1381760"/>
                  </a:lnTo>
                  <a:lnTo>
                    <a:pt x="10790301" y="1381760"/>
                  </a:lnTo>
                  <a:lnTo>
                    <a:pt x="10815701" y="1381760"/>
                  </a:lnTo>
                  <a:cubicBezTo>
                    <a:pt x="10815701" y="1426083"/>
                    <a:pt x="10778872" y="1460627"/>
                    <a:pt x="10735056" y="1460627"/>
                  </a:cubicBezTo>
                  <a:lnTo>
                    <a:pt x="10735056" y="1435227"/>
                  </a:lnTo>
                  <a:lnTo>
                    <a:pt x="10735056" y="1460627"/>
                  </a:lnTo>
                  <a:lnTo>
                    <a:pt x="80645" y="1460627"/>
                  </a:lnTo>
                  <a:lnTo>
                    <a:pt x="80645" y="1435227"/>
                  </a:lnTo>
                  <a:lnTo>
                    <a:pt x="80645" y="1460627"/>
                  </a:lnTo>
                  <a:cubicBezTo>
                    <a:pt x="36830" y="1460754"/>
                    <a:pt x="0" y="1426083"/>
                    <a:pt x="0" y="1381760"/>
                  </a:cubicBezTo>
                  <a:lnTo>
                    <a:pt x="0" y="78867"/>
                  </a:lnTo>
                  <a:lnTo>
                    <a:pt x="25400" y="78867"/>
                  </a:lnTo>
                  <a:lnTo>
                    <a:pt x="0" y="78867"/>
                  </a:lnTo>
                  <a:moveTo>
                    <a:pt x="50800" y="78867"/>
                  </a:moveTo>
                  <a:lnTo>
                    <a:pt x="50800" y="1381760"/>
                  </a:lnTo>
                  <a:lnTo>
                    <a:pt x="25400" y="1381760"/>
                  </a:lnTo>
                  <a:lnTo>
                    <a:pt x="50800" y="1381760"/>
                  </a:lnTo>
                  <a:cubicBezTo>
                    <a:pt x="50800" y="1396619"/>
                    <a:pt x="63373" y="1409827"/>
                    <a:pt x="80645" y="1409827"/>
                  </a:cubicBezTo>
                  <a:lnTo>
                    <a:pt x="10735056" y="1409827"/>
                  </a:lnTo>
                  <a:cubicBezTo>
                    <a:pt x="10752201" y="1409827"/>
                    <a:pt x="10764901" y="1396492"/>
                    <a:pt x="10764901" y="1381760"/>
                  </a:cubicBezTo>
                  <a:lnTo>
                    <a:pt x="10764901" y="78867"/>
                  </a:lnTo>
                  <a:cubicBezTo>
                    <a:pt x="10764901" y="64008"/>
                    <a:pt x="10752328" y="50800"/>
                    <a:pt x="10735056" y="50800"/>
                  </a:cubicBezTo>
                  <a:lnTo>
                    <a:pt x="80645" y="50800"/>
                  </a:lnTo>
                  <a:lnTo>
                    <a:pt x="80645" y="25400"/>
                  </a:lnTo>
                  <a:lnTo>
                    <a:pt x="80645" y="50800"/>
                  </a:lnTo>
                  <a:cubicBezTo>
                    <a:pt x="63373" y="50800"/>
                    <a:pt x="50800" y="64135"/>
                    <a:pt x="50800" y="78867"/>
                  </a:cubicBezTo>
                  <a:close/>
                </a:path>
              </a:pathLst>
            </a:custGeom>
            <a:solidFill>
              <a:srgbClr val="662E42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242270" y="6613474"/>
            <a:ext cx="4491485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Application review system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258748" y="6336354"/>
            <a:ext cx="8111728" cy="1095527"/>
            <a:chOff x="0" y="0"/>
            <a:chExt cx="10815638" cy="1460703"/>
          </a:xfrm>
        </p:grpSpPr>
        <p:sp>
          <p:nvSpPr>
            <p:cNvPr id="29" name="Freeform 29"/>
            <p:cNvSpPr/>
            <p:nvPr/>
          </p:nvSpPr>
          <p:spPr>
            <a:xfrm>
              <a:off x="25400" y="25400"/>
              <a:ext cx="10764901" cy="1409827"/>
            </a:xfrm>
            <a:custGeom>
              <a:avLst/>
              <a:gdLst/>
              <a:ahLst/>
              <a:cxnLst/>
              <a:rect l="l" t="t" r="r" b="b"/>
              <a:pathLst>
                <a:path w="10764901" h="1409827">
                  <a:moveTo>
                    <a:pt x="0" y="53467"/>
                  </a:moveTo>
                  <a:cubicBezTo>
                    <a:pt x="0" y="24003"/>
                    <a:pt x="24765" y="0"/>
                    <a:pt x="55245" y="0"/>
                  </a:cubicBezTo>
                  <a:lnTo>
                    <a:pt x="10709656" y="0"/>
                  </a:lnTo>
                  <a:cubicBezTo>
                    <a:pt x="10740137" y="0"/>
                    <a:pt x="10764901" y="24003"/>
                    <a:pt x="10764901" y="53467"/>
                  </a:cubicBezTo>
                  <a:lnTo>
                    <a:pt x="10764901" y="1356360"/>
                  </a:lnTo>
                  <a:cubicBezTo>
                    <a:pt x="10764901" y="1385951"/>
                    <a:pt x="10740137" y="1409827"/>
                    <a:pt x="10709656" y="1409827"/>
                  </a:cubicBezTo>
                  <a:lnTo>
                    <a:pt x="55245" y="1409827"/>
                  </a:lnTo>
                  <a:cubicBezTo>
                    <a:pt x="24765" y="1409827"/>
                    <a:pt x="0" y="1385824"/>
                    <a:pt x="0" y="1356360"/>
                  </a:cubicBezTo>
                  <a:close/>
                </a:path>
              </a:pathLst>
            </a:custGeom>
            <a:solidFill>
              <a:srgbClr val="5C2438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10815701" cy="1460627"/>
            </a:xfrm>
            <a:custGeom>
              <a:avLst/>
              <a:gdLst/>
              <a:ahLst/>
              <a:cxnLst/>
              <a:rect l="l" t="t" r="r" b="b"/>
              <a:pathLst>
                <a:path w="10815701" h="1460627">
                  <a:moveTo>
                    <a:pt x="0" y="78867"/>
                  </a:moveTo>
                  <a:cubicBezTo>
                    <a:pt x="0" y="34544"/>
                    <a:pt x="36830" y="0"/>
                    <a:pt x="80645" y="0"/>
                  </a:cubicBezTo>
                  <a:lnTo>
                    <a:pt x="10735056" y="0"/>
                  </a:lnTo>
                  <a:lnTo>
                    <a:pt x="10735056" y="25400"/>
                  </a:lnTo>
                  <a:lnTo>
                    <a:pt x="10735056" y="0"/>
                  </a:lnTo>
                  <a:cubicBezTo>
                    <a:pt x="10778872" y="0"/>
                    <a:pt x="10815701" y="34544"/>
                    <a:pt x="10815701" y="78867"/>
                  </a:cubicBezTo>
                  <a:lnTo>
                    <a:pt x="10790301" y="78867"/>
                  </a:lnTo>
                  <a:lnTo>
                    <a:pt x="10815701" y="78867"/>
                  </a:lnTo>
                  <a:lnTo>
                    <a:pt x="10815701" y="1381760"/>
                  </a:lnTo>
                  <a:lnTo>
                    <a:pt x="10790301" y="1381760"/>
                  </a:lnTo>
                  <a:lnTo>
                    <a:pt x="10815701" y="1381760"/>
                  </a:lnTo>
                  <a:cubicBezTo>
                    <a:pt x="10815701" y="1426083"/>
                    <a:pt x="10778872" y="1460627"/>
                    <a:pt x="10735056" y="1460627"/>
                  </a:cubicBezTo>
                  <a:lnTo>
                    <a:pt x="10735056" y="1435227"/>
                  </a:lnTo>
                  <a:lnTo>
                    <a:pt x="10735056" y="1460627"/>
                  </a:lnTo>
                  <a:lnTo>
                    <a:pt x="80645" y="1460627"/>
                  </a:lnTo>
                  <a:lnTo>
                    <a:pt x="80645" y="1435227"/>
                  </a:lnTo>
                  <a:lnTo>
                    <a:pt x="80645" y="1460627"/>
                  </a:lnTo>
                  <a:cubicBezTo>
                    <a:pt x="36830" y="1460754"/>
                    <a:pt x="0" y="1426083"/>
                    <a:pt x="0" y="1381760"/>
                  </a:cubicBezTo>
                  <a:lnTo>
                    <a:pt x="0" y="78867"/>
                  </a:lnTo>
                  <a:lnTo>
                    <a:pt x="25400" y="78867"/>
                  </a:lnTo>
                  <a:lnTo>
                    <a:pt x="0" y="78867"/>
                  </a:lnTo>
                  <a:moveTo>
                    <a:pt x="50800" y="78867"/>
                  </a:moveTo>
                  <a:lnTo>
                    <a:pt x="50800" y="1381760"/>
                  </a:lnTo>
                  <a:lnTo>
                    <a:pt x="25400" y="1381760"/>
                  </a:lnTo>
                  <a:lnTo>
                    <a:pt x="50800" y="1381760"/>
                  </a:lnTo>
                  <a:cubicBezTo>
                    <a:pt x="50800" y="1396619"/>
                    <a:pt x="63373" y="1409827"/>
                    <a:pt x="80645" y="1409827"/>
                  </a:cubicBezTo>
                  <a:lnTo>
                    <a:pt x="10735056" y="1409827"/>
                  </a:lnTo>
                  <a:cubicBezTo>
                    <a:pt x="10752201" y="1409827"/>
                    <a:pt x="10764901" y="1396492"/>
                    <a:pt x="10764901" y="1381760"/>
                  </a:cubicBezTo>
                  <a:lnTo>
                    <a:pt x="10764901" y="78867"/>
                  </a:lnTo>
                  <a:cubicBezTo>
                    <a:pt x="10764901" y="64008"/>
                    <a:pt x="10752328" y="50800"/>
                    <a:pt x="10735056" y="50800"/>
                  </a:cubicBezTo>
                  <a:lnTo>
                    <a:pt x="80645" y="50800"/>
                  </a:lnTo>
                  <a:lnTo>
                    <a:pt x="80645" y="25400"/>
                  </a:lnTo>
                  <a:lnTo>
                    <a:pt x="80645" y="50800"/>
                  </a:lnTo>
                  <a:cubicBezTo>
                    <a:pt x="63373" y="50800"/>
                    <a:pt x="50800" y="64135"/>
                    <a:pt x="50800" y="78867"/>
                  </a:cubicBezTo>
                  <a:close/>
                </a:path>
              </a:pathLst>
            </a:custGeom>
            <a:solidFill>
              <a:srgbClr val="662E42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9583493" y="6613474"/>
            <a:ext cx="4814592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Club analytics and statistics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17524" y="7661377"/>
            <a:ext cx="8111728" cy="1095527"/>
            <a:chOff x="0" y="0"/>
            <a:chExt cx="10815638" cy="1460703"/>
          </a:xfrm>
        </p:grpSpPr>
        <p:sp>
          <p:nvSpPr>
            <p:cNvPr id="33" name="Freeform 33"/>
            <p:cNvSpPr/>
            <p:nvPr/>
          </p:nvSpPr>
          <p:spPr>
            <a:xfrm>
              <a:off x="25400" y="25400"/>
              <a:ext cx="10764901" cy="1409827"/>
            </a:xfrm>
            <a:custGeom>
              <a:avLst/>
              <a:gdLst/>
              <a:ahLst/>
              <a:cxnLst/>
              <a:rect l="l" t="t" r="r" b="b"/>
              <a:pathLst>
                <a:path w="10764901" h="1409827">
                  <a:moveTo>
                    <a:pt x="0" y="53467"/>
                  </a:moveTo>
                  <a:cubicBezTo>
                    <a:pt x="0" y="24003"/>
                    <a:pt x="24765" y="0"/>
                    <a:pt x="55245" y="0"/>
                  </a:cubicBezTo>
                  <a:lnTo>
                    <a:pt x="10709656" y="0"/>
                  </a:lnTo>
                  <a:cubicBezTo>
                    <a:pt x="10740137" y="0"/>
                    <a:pt x="10764901" y="24003"/>
                    <a:pt x="10764901" y="53467"/>
                  </a:cubicBezTo>
                  <a:lnTo>
                    <a:pt x="10764901" y="1356360"/>
                  </a:lnTo>
                  <a:cubicBezTo>
                    <a:pt x="10764901" y="1385951"/>
                    <a:pt x="10740137" y="1409827"/>
                    <a:pt x="10709656" y="1409827"/>
                  </a:cubicBezTo>
                  <a:lnTo>
                    <a:pt x="55245" y="1409827"/>
                  </a:lnTo>
                  <a:cubicBezTo>
                    <a:pt x="24765" y="1409827"/>
                    <a:pt x="0" y="1385824"/>
                    <a:pt x="0" y="1356360"/>
                  </a:cubicBezTo>
                  <a:close/>
                </a:path>
              </a:pathLst>
            </a:custGeom>
            <a:solidFill>
              <a:srgbClr val="5C2438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10815701" cy="1460627"/>
            </a:xfrm>
            <a:custGeom>
              <a:avLst/>
              <a:gdLst/>
              <a:ahLst/>
              <a:cxnLst/>
              <a:rect l="l" t="t" r="r" b="b"/>
              <a:pathLst>
                <a:path w="10815701" h="1460627">
                  <a:moveTo>
                    <a:pt x="0" y="78867"/>
                  </a:moveTo>
                  <a:cubicBezTo>
                    <a:pt x="0" y="34544"/>
                    <a:pt x="36830" y="0"/>
                    <a:pt x="80645" y="0"/>
                  </a:cubicBezTo>
                  <a:lnTo>
                    <a:pt x="10735056" y="0"/>
                  </a:lnTo>
                  <a:lnTo>
                    <a:pt x="10735056" y="25400"/>
                  </a:lnTo>
                  <a:lnTo>
                    <a:pt x="10735056" y="0"/>
                  </a:lnTo>
                  <a:cubicBezTo>
                    <a:pt x="10778872" y="0"/>
                    <a:pt x="10815701" y="34544"/>
                    <a:pt x="10815701" y="78867"/>
                  </a:cubicBezTo>
                  <a:lnTo>
                    <a:pt x="10790301" y="78867"/>
                  </a:lnTo>
                  <a:lnTo>
                    <a:pt x="10815701" y="78867"/>
                  </a:lnTo>
                  <a:lnTo>
                    <a:pt x="10815701" y="1381760"/>
                  </a:lnTo>
                  <a:lnTo>
                    <a:pt x="10790301" y="1381760"/>
                  </a:lnTo>
                  <a:lnTo>
                    <a:pt x="10815701" y="1381760"/>
                  </a:lnTo>
                  <a:cubicBezTo>
                    <a:pt x="10815701" y="1426083"/>
                    <a:pt x="10778872" y="1460627"/>
                    <a:pt x="10735056" y="1460627"/>
                  </a:cubicBezTo>
                  <a:lnTo>
                    <a:pt x="10735056" y="1435227"/>
                  </a:lnTo>
                  <a:lnTo>
                    <a:pt x="10735056" y="1460627"/>
                  </a:lnTo>
                  <a:lnTo>
                    <a:pt x="80645" y="1460627"/>
                  </a:lnTo>
                  <a:lnTo>
                    <a:pt x="80645" y="1435227"/>
                  </a:lnTo>
                  <a:lnTo>
                    <a:pt x="80645" y="1460627"/>
                  </a:lnTo>
                  <a:cubicBezTo>
                    <a:pt x="36830" y="1460754"/>
                    <a:pt x="0" y="1426083"/>
                    <a:pt x="0" y="1381760"/>
                  </a:cubicBezTo>
                  <a:lnTo>
                    <a:pt x="0" y="78867"/>
                  </a:lnTo>
                  <a:lnTo>
                    <a:pt x="25400" y="78867"/>
                  </a:lnTo>
                  <a:lnTo>
                    <a:pt x="0" y="78867"/>
                  </a:lnTo>
                  <a:moveTo>
                    <a:pt x="50800" y="78867"/>
                  </a:moveTo>
                  <a:lnTo>
                    <a:pt x="50800" y="1381760"/>
                  </a:lnTo>
                  <a:lnTo>
                    <a:pt x="25400" y="1381760"/>
                  </a:lnTo>
                  <a:lnTo>
                    <a:pt x="50800" y="1381760"/>
                  </a:lnTo>
                  <a:cubicBezTo>
                    <a:pt x="50800" y="1396619"/>
                    <a:pt x="63373" y="1409827"/>
                    <a:pt x="80645" y="1409827"/>
                  </a:cubicBezTo>
                  <a:lnTo>
                    <a:pt x="10735056" y="1409827"/>
                  </a:lnTo>
                  <a:cubicBezTo>
                    <a:pt x="10752201" y="1409827"/>
                    <a:pt x="10764901" y="1396492"/>
                    <a:pt x="10764901" y="1381760"/>
                  </a:cubicBezTo>
                  <a:lnTo>
                    <a:pt x="10764901" y="78867"/>
                  </a:lnTo>
                  <a:cubicBezTo>
                    <a:pt x="10764901" y="64008"/>
                    <a:pt x="10752328" y="50800"/>
                    <a:pt x="10735056" y="50800"/>
                  </a:cubicBezTo>
                  <a:lnTo>
                    <a:pt x="80645" y="50800"/>
                  </a:lnTo>
                  <a:lnTo>
                    <a:pt x="80645" y="25400"/>
                  </a:lnTo>
                  <a:lnTo>
                    <a:pt x="80645" y="50800"/>
                  </a:lnTo>
                  <a:cubicBezTo>
                    <a:pt x="63373" y="50800"/>
                    <a:pt x="50800" y="64135"/>
                    <a:pt x="50800" y="78867"/>
                  </a:cubicBezTo>
                  <a:close/>
                </a:path>
              </a:pathLst>
            </a:custGeom>
            <a:solidFill>
              <a:srgbClr val="662E42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1242270" y="7938497"/>
            <a:ext cx="3666677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Club announcements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258748" y="7661377"/>
            <a:ext cx="8111728" cy="1095527"/>
            <a:chOff x="0" y="0"/>
            <a:chExt cx="10815638" cy="1460703"/>
          </a:xfrm>
        </p:grpSpPr>
        <p:sp>
          <p:nvSpPr>
            <p:cNvPr id="37" name="Freeform 37"/>
            <p:cNvSpPr/>
            <p:nvPr/>
          </p:nvSpPr>
          <p:spPr>
            <a:xfrm>
              <a:off x="25400" y="25400"/>
              <a:ext cx="10764901" cy="1409827"/>
            </a:xfrm>
            <a:custGeom>
              <a:avLst/>
              <a:gdLst/>
              <a:ahLst/>
              <a:cxnLst/>
              <a:rect l="l" t="t" r="r" b="b"/>
              <a:pathLst>
                <a:path w="10764901" h="1409827">
                  <a:moveTo>
                    <a:pt x="0" y="53467"/>
                  </a:moveTo>
                  <a:cubicBezTo>
                    <a:pt x="0" y="24003"/>
                    <a:pt x="24765" y="0"/>
                    <a:pt x="55245" y="0"/>
                  </a:cubicBezTo>
                  <a:lnTo>
                    <a:pt x="10709656" y="0"/>
                  </a:lnTo>
                  <a:cubicBezTo>
                    <a:pt x="10740137" y="0"/>
                    <a:pt x="10764901" y="24003"/>
                    <a:pt x="10764901" y="53467"/>
                  </a:cubicBezTo>
                  <a:lnTo>
                    <a:pt x="10764901" y="1356360"/>
                  </a:lnTo>
                  <a:cubicBezTo>
                    <a:pt x="10764901" y="1385951"/>
                    <a:pt x="10740137" y="1409827"/>
                    <a:pt x="10709656" y="1409827"/>
                  </a:cubicBezTo>
                  <a:lnTo>
                    <a:pt x="55245" y="1409827"/>
                  </a:lnTo>
                  <a:cubicBezTo>
                    <a:pt x="24765" y="1409827"/>
                    <a:pt x="0" y="1385824"/>
                    <a:pt x="0" y="1356360"/>
                  </a:cubicBezTo>
                  <a:close/>
                </a:path>
              </a:pathLst>
            </a:custGeom>
            <a:solidFill>
              <a:srgbClr val="5C2438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10815701" cy="1460627"/>
            </a:xfrm>
            <a:custGeom>
              <a:avLst/>
              <a:gdLst/>
              <a:ahLst/>
              <a:cxnLst/>
              <a:rect l="l" t="t" r="r" b="b"/>
              <a:pathLst>
                <a:path w="10815701" h="1460627">
                  <a:moveTo>
                    <a:pt x="0" y="78867"/>
                  </a:moveTo>
                  <a:cubicBezTo>
                    <a:pt x="0" y="34544"/>
                    <a:pt x="36830" y="0"/>
                    <a:pt x="80645" y="0"/>
                  </a:cubicBezTo>
                  <a:lnTo>
                    <a:pt x="10735056" y="0"/>
                  </a:lnTo>
                  <a:lnTo>
                    <a:pt x="10735056" y="25400"/>
                  </a:lnTo>
                  <a:lnTo>
                    <a:pt x="10735056" y="0"/>
                  </a:lnTo>
                  <a:cubicBezTo>
                    <a:pt x="10778872" y="0"/>
                    <a:pt x="10815701" y="34544"/>
                    <a:pt x="10815701" y="78867"/>
                  </a:cubicBezTo>
                  <a:lnTo>
                    <a:pt x="10790301" y="78867"/>
                  </a:lnTo>
                  <a:lnTo>
                    <a:pt x="10815701" y="78867"/>
                  </a:lnTo>
                  <a:lnTo>
                    <a:pt x="10815701" y="1381760"/>
                  </a:lnTo>
                  <a:lnTo>
                    <a:pt x="10790301" y="1381760"/>
                  </a:lnTo>
                  <a:lnTo>
                    <a:pt x="10815701" y="1381760"/>
                  </a:lnTo>
                  <a:cubicBezTo>
                    <a:pt x="10815701" y="1426083"/>
                    <a:pt x="10778872" y="1460627"/>
                    <a:pt x="10735056" y="1460627"/>
                  </a:cubicBezTo>
                  <a:lnTo>
                    <a:pt x="10735056" y="1435227"/>
                  </a:lnTo>
                  <a:lnTo>
                    <a:pt x="10735056" y="1460627"/>
                  </a:lnTo>
                  <a:lnTo>
                    <a:pt x="80645" y="1460627"/>
                  </a:lnTo>
                  <a:lnTo>
                    <a:pt x="80645" y="1435227"/>
                  </a:lnTo>
                  <a:lnTo>
                    <a:pt x="80645" y="1460627"/>
                  </a:lnTo>
                  <a:cubicBezTo>
                    <a:pt x="36830" y="1460754"/>
                    <a:pt x="0" y="1426083"/>
                    <a:pt x="0" y="1381760"/>
                  </a:cubicBezTo>
                  <a:lnTo>
                    <a:pt x="0" y="78867"/>
                  </a:lnTo>
                  <a:lnTo>
                    <a:pt x="25400" y="78867"/>
                  </a:lnTo>
                  <a:lnTo>
                    <a:pt x="0" y="78867"/>
                  </a:lnTo>
                  <a:moveTo>
                    <a:pt x="50800" y="78867"/>
                  </a:moveTo>
                  <a:lnTo>
                    <a:pt x="50800" y="1381760"/>
                  </a:lnTo>
                  <a:lnTo>
                    <a:pt x="25400" y="1381760"/>
                  </a:lnTo>
                  <a:lnTo>
                    <a:pt x="50800" y="1381760"/>
                  </a:lnTo>
                  <a:cubicBezTo>
                    <a:pt x="50800" y="1396619"/>
                    <a:pt x="63373" y="1409827"/>
                    <a:pt x="80645" y="1409827"/>
                  </a:cubicBezTo>
                  <a:lnTo>
                    <a:pt x="10735056" y="1409827"/>
                  </a:lnTo>
                  <a:cubicBezTo>
                    <a:pt x="10752201" y="1409827"/>
                    <a:pt x="10764901" y="1396492"/>
                    <a:pt x="10764901" y="1381760"/>
                  </a:cubicBezTo>
                  <a:lnTo>
                    <a:pt x="10764901" y="78867"/>
                  </a:lnTo>
                  <a:cubicBezTo>
                    <a:pt x="10764901" y="64008"/>
                    <a:pt x="10752328" y="50800"/>
                    <a:pt x="10735056" y="50800"/>
                  </a:cubicBezTo>
                  <a:lnTo>
                    <a:pt x="80645" y="50800"/>
                  </a:lnTo>
                  <a:lnTo>
                    <a:pt x="80645" y="25400"/>
                  </a:lnTo>
                  <a:lnTo>
                    <a:pt x="80645" y="50800"/>
                  </a:lnTo>
                  <a:cubicBezTo>
                    <a:pt x="63373" y="50800"/>
                    <a:pt x="50800" y="64135"/>
                    <a:pt x="50800" y="78867"/>
                  </a:cubicBezTo>
                  <a:close/>
                </a:path>
              </a:pathLst>
            </a:custGeom>
            <a:solidFill>
              <a:srgbClr val="662E42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9583493" y="7938497"/>
            <a:ext cx="3568303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Club profile settings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45FB39-3582-4C2B-AA6D-378954446D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" y="190500"/>
            <a:ext cx="7772400" cy="5243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1B0B2F-5281-4C47-AD4F-683D5C14351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76212" y="5753100"/>
            <a:ext cx="7772400" cy="411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F69E92-6E16-45C8-9694-1B5D147C8F6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229600" y="1104900"/>
            <a:ext cx="9753600" cy="800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724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14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C2438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36574" y="2519067"/>
            <a:ext cx="7136759" cy="958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Super Admin Portal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6574" y="3927129"/>
            <a:ext cx="16414852" cy="513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Super Admin features include: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36574" y="4741964"/>
            <a:ext cx="5293223" cy="981227"/>
            <a:chOff x="0" y="0"/>
            <a:chExt cx="7057631" cy="13083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57517" cy="1308228"/>
            </a:xfrm>
            <a:custGeom>
              <a:avLst/>
              <a:gdLst/>
              <a:ahLst/>
              <a:cxnLst/>
              <a:rect l="l" t="t" r="r" b="b"/>
              <a:pathLst>
                <a:path w="7057517" h="1308228">
                  <a:moveTo>
                    <a:pt x="0" y="53467"/>
                  </a:moveTo>
                  <a:cubicBezTo>
                    <a:pt x="0" y="24003"/>
                    <a:pt x="24003" y="0"/>
                    <a:pt x="53467" y="0"/>
                  </a:cubicBezTo>
                  <a:lnTo>
                    <a:pt x="7004050" y="0"/>
                  </a:lnTo>
                  <a:cubicBezTo>
                    <a:pt x="7033641" y="0"/>
                    <a:pt x="7057517" y="24003"/>
                    <a:pt x="7057517" y="53467"/>
                  </a:cubicBezTo>
                  <a:lnTo>
                    <a:pt x="7057517" y="1254760"/>
                  </a:lnTo>
                  <a:cubicBezTo>
                    <a:pt x="7057517" y="1284351"/>
                    <a:pt x="7033514" y="1308227"/>
                    <a:pt x="7004050" y="1308227"/>
                  </a:cubicBezTo>
                  <a:lnTo>
                    <a:pt x="53467" y="1308227"/>
                  </a:lnTo>
                  <a:cubicBezTo>
                    <a:pt x="24003" y="1308354"/>
                    <a:pt x="0" y="1284351"/>
                    <a:pt x="0" y="1254760"/>
                  </a:cubicBezTo>
                  <a:close/>
                </a:path>
              </a:pathLst>
            </a:custGeom>
            <a:solidFill>
              <a:srgbClr val="4D1529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204170" y="4961934"/>
            <a:ext cx="4133259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System-wide dashboard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497393" y="4741964"/>
            <a:ext cx="5293223" cy="981227"/>
            <a:chOff x="0" y="0"/>
            <a:chExt cx="7057631" cy="13083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57517" cy="1308228"/>
            </a:xfrm>
            <a:custGeom>
              <a:avLst/>
              <a:gdLst/>
              <a:ahLst/>
              <a:cxnLst/>
              <a:rect l="l" t="t" r="r" b="b"/>
              <a:pathLst>
                <a:path w="7057517" h="1308228">
                  <a:moveTo>
                    <a:pt x="0" y="53467"/>
                  </a:moveTo>
                  <a:cubicBezTo>
                    <a:pt x="0" y="24003"/>
                    <a:pt x="24003" y="0"/>
                    <a:pt x="53467" y="0"/>
                  </a:cubicBezTo>
                  <a:lnTo>
                    <a:pt x="7004050" y="0"/>
                  </a:lnTo>
                  <a:cubicBezTo>
                    <a:pt x="7033641" y="0"/>
                    <a:pt x="7057517" y="24003"/>
                    <a:pt x="7057517" y="53467"/>
                  </a:cubicBezTo>
                  <a:lnTo>
                    <a:pt x="7057517" y="1254760"/>
                  </a:lnTo>
                  <a:cubicBezTo>
                    <a:pt x="7057517" y="1284351"/>
                    <a:pt x="7033514" y="1308227"/>
                    <a:pt x="7004050" y="1308227"/>
                  </a:cubicBezTo>
                  <a:lnTo>
                    <a:pt x="53467" y="1308227"/>
                  </a:lnTo>
                  <a:cubicBezTo>
                    <a:pt x="24003" y="1308354"/>
                    <a:pt x="0" y="1284351"/>
                    <a:pt x="0" y="1254760"/>
                  </a:cubicBezTo>
                  <a:close/>
                </a:path>
              </a:pathLst>
            </a:custGeom>
            <a:solidFill>
              <a:srgbClr val="4D1529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6764979" y="4961934"/>
            <a:ext cx="4543577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Club registration approval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058202" y="4741964"/>
            <a:ext cx="5293223" cy="981227"/>
            <a:chOff x="0" y="0"/>
            <a:chExt cx="7057631" cy="13083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57517" cy="1308228"/>
            </a:xfrm>
            <a:custGeom>
              <a:avLst/>
              <a:gdLst/>
              <a:ahLst/>
              <a:cxnLst/>
              <a:rect l="l" t="t" r="r" b="b"/>
              <a:pathLst>
                <a:path w="7057517" h="1308228">
                  <a:moveTo>
                    <a:pt x="0" y="53467"/>
                  </a:moveTo>
                  <a:cubicBezTo>
                    <a:pt x="0" y="24003"/>
                    <a:pt x="24003" y="0"/>
                    <a:pt x="53467" y="0"/>
                  </a:cubicBezTo>
                  <a:lnTo>
                    <a:pt x="7004050" y="0"/>
                  </a:lnTo>
                  <a:cubicBezTo>
                    <a:pt x="7033641" y="0"/>
                    <a:pt x="7057517" y="24003"/>
                    <a:pt x="7057517" y="53467"/>
                  </a:cubicBezTo>
                  <a:lnTo>
                    <a:pt x="7057517" y="1254760"/>
                  </a:lnTo>
                  <a:cubicBezTo>
                    <a:pt x="7057517" y="1284351"/>
                    <a:pt x="7033514" y="1308227"/>
                    <a:pt x="7004050" y="1308227"/>
                  </a:cubicBezTo>
                  <a:lnTo>
                    <a:pt x="53467" y="1308227"/>
                  </a:lnTo>
                  <a:cubicBezTo>
                    <a:pt x="24003" y="1308354"/>
                    <a:pt x="0" y="1284351"/>
                    <a:pt x="0" y="1254760"/>
                  </a:cubicBezTo>
                  <a:close/>
                </a:path>
              </a:pathLst>
            </a:custGeom>
            <a:solidFill>
              <a:srgbClr val="4D1529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2325798" y="4961934"/>
            <a:ext cx="4618434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User account management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6574" y="5990777"/>
            <a:ext cx="8073628" cy="981227"/>
            <a:chOff x="0" y="0"/>
            <a:chExt cx="10764838" cy="13083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64774" cy="1308228"/>
            </a:xfrm>
            <a:custGeom>
              <a:avLst/>
              <a:gdLst/>
              <a:ahLst/>
              <a:cxnLst/>
              <a:rect l="l" t="t" r="r" b="b"/>
              <a:pathLst>
                <a:path w="10764774" h="1308228">
                  <a:moveTo>
                    <a:pt x="0" y="53467"/>
                  </a:moveTo>
                  <a:cubicBezTo>
                    <a:pt x="0" y="24003"/>
                    <a:pt x="24003" y="0"/>
                    <a:pt x="53467" y="0"/>
                  </a:cubicBezTo>
                  <a:lnTo>
                    <a:pt x="10711307" y="0"/>
                  </a:lnTo>
                  <a:cubicBezTo>
                    <a:pt x="10740898" y="0"/>
                    <a:pt x="10764774" y="24003"/>
                    <a:pt x="10764774" y="53467"/>
                  </a:cubicBezTo>
                  <a:lnTo>
                    <a:pt x="10764774" y="1254760"/>
                  </a:lnTo>
                  <a:cubicBezTo>
                    <a:pt x="10764774" y="1284351"/>
                    <a:pt x="10740772" y="1308227"/>
                    <a:pt x="10711307" y="1308227"/>
                  </a:cubicBezTo>
                  <a:lnTo>
                    <a:pt x="53467" y="1308227"/>
                  </a:lnTo>
                  <a:cubicBezTo>
                    <a:pt x="24003" y="1308354"/>
                    <a:pt x="0" y="1284351"/>
                    <a:pt x="0" y="1254760"/>
                  </a:cubicBezTo>
                  <a:close/>
                </a:path>
              </a:pathLst>
            </a:custGeom>
            <a:solidFill>
              <a:srgbClr val="4D1529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204170" y="6210748"/>
            <a:ext cx="3568303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Platform analytics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277798" y="5990777"/>
            <a:ext cx="8073628" cy="981227"/>
            <a:chOff x="0" y="0"/>
            <a:chExt cx="10764838" cy="130830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764774" cy="1308228"/>
            </a:xfrm>
            <a:custGeom>
              <a:avLst/>
              <a:gdLst/>
              <a:ahLst/>
              <a:cxnLst/>
              <a:rect l="l" t="t" r="r" b="b"/>
              <a:pathLst>
                <a:path w="10764774" h="1308228">
                  <a:moveTo>
                    <a:pt x="0" y="53467"/>
                  </a:moveTo>
                  <a:cubicBezTo>
                    <a:pt x="0" y="24003"/>
                    <a:pt x="24003" y="0"/>
                    <a:pt x="53467" y="0"/>
                  </a:cubicBezTo>
                  <a:lnTo>
                    <a:pt x="10711307" y="0"/>
                  </a:lnTo>
                  <a:cubicBezTo>
                    <a:pt x="10740898" y="0"/>
                    <a:pt x="10764774" y="24003"/>
                    <a:pt x="10764774" y="53467"/>
                  </a:cubicBezTo>
                  <a:lnTo>
                    <a:pt x="10764774" y="1254760"/>
                  </a:lnTo>
                  <a:cubicBezTo>
                    <a:pt x="10764774" y="1284351"/>
                    <a:pt x="10740772" y="1308227"/>
                    <a:pt x="10711307" y="1308227"/>
                  </a:cubicBezTo>
                  <a:lnTo>
                    <a:pt x="53467" y="1308227"/>
                  </a:lnTo>
                  <a:cubicBezTo>
                    <a:pt x="24003" y="1308354"/>
                    <a:pt x="0" y="1284351"/>
                    <a:pt x="0" y="1254760"/>
                  </a:cubicBezTo>
                  <a:close/>
                </a:path>
              </a:pathLst>
            </a:custGeom>
            <a:solidFill>
              <a:srgbClr val="4D1529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9545393" y="6210748"/>
            <a:ext cx="4913862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Announcements for all users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6574" y="7187355"/>
            <a:ext cx="16414852" cy="513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portal allows </a:t>
            </a:r>
            <a:r>
              <a:rPr lang="en-US" sz="2062" b="1">
                <a:solidFill>
                  <a:srgbClr val="FFB39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complete management of the platform</a:t>
            </a: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6DB4EB-D436-45DD-9B51-F70159BDAD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" y="114300"/>
            <a:ext cx="8991600" cy="54400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4EC616-7833-4BCF-93C3-F336AEA97D8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220200" y="4305300"/>
            <a:ext cx="8915400" cy="576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297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14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C2438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36574" y="2368601"/>
            <a:ext cx="8059636" cy="958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Progress from Update 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6574" y="3776663"/>
            <a:ext cx="16414852" cy="513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Major improvements in Update 4: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936574" y="4624835"/>
            <a:ext cx="267595" cy="267595"/>
          </a:xfrm>
          <a:custGeom>
            <a:avLst/>
            <a:gdLst/>
            <a:ahLst/>
            <a:cxnLst/>
            <a:rect l="l" t="t" r="r" b="b"/>
            <a:pathLst>
              <a:path w="267595" h="267595">
                <a:moveTo>
                  <a:pt x="0" y="0"/>
                </a:moveTo>
                <a:lnTo>
                  <a:pt x="267596" y="0"/>
                </a:lnTo>
                <a:lnTo>
                  <a:pt x="267596" y="267596"/>
                </a:lnTo>
                <a:lnTo>
                  <a:pt x="0" y="26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449" r="-3445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36574" y="5008064"/>
            <a:ext cx="8073628" cy="38100"/>
            <a:chOff x="0" y="0"/>
            <a:chExt cx="10764838" cy="50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64901" cy="50800"/>
            </a:xfrm>
            <a:custGeom>
              <a:avLst/>
              <a:gdLst/>
              <a:ahLst/>
              <a:cxnLst/>
              <a:rect l="l" t="t" r="r" b="b"/>
              <a:pathLst>
                <a:path w="10764901" h="50800">
                  <a:moveTo>
                    <a:pt x="0" y="0"/>
                  </a:moveTo>
                  <a:lnTo>
                    <a:pt x="10764901" y="0"/>
                  </a:lnTo>
                  <a:lnTo>
                    <a:pt x="107649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B393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936574" y="5170437"/>
            <a:ext cx="3842890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Redesigned login page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9277798" y="4624835"/>
            <a:ext cx="267595" cy="267595"/>
          </a:xfrm>
          <a:custGeom>
            <a:avLst/>
            <a:gdLst/>
            <a:ahLst/>
            <a:cxnLst/>
            <a:rect l="l" t="t" r="r" b="b"/>
            <a:pathLst>
              <a:path w="267595" h="267595">
                <a:moveTo>
                  <a:pt x="0" y="0"/>
                </a:moveTo>
                <a:lnTo>
                  <a:pt x="267595" y="0"/>
                </a:lnTo>
                <a:lnTo>
                  <a:pt x="267595" y="267596"/>
                </a:lnTo>
                <a:lnTo>
                  <a:pt x="0" y="2675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9277798" y="5008064"/>
            <a:ext cx="8073628" cy="38100"/>
            <a:chOff x="0" y="0"/>
            <a:chExt cx="10764838" cy="50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64901" cy="50800"/>
            </a:xfrm>
            <a:custGeom>
              <a:avLst/>
              <a:gdLst/>
              <a:ahLst/>
              <a:cxnLst/>
              <a:rect l="l" t="t" r="r" b="b"/>
              <a:pathLst>
                <a:path w="10764901" h="50800">
                  <a:moveTo>
                    <a:pt x="0" y="0"/>
                  </a:moveTo>
                  <a:lnTo>
                    <a:pt x="10764901" y="0"/>
                  </a:lnTo>
                  <a:lnTo>
                    <a:pt x="107649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B393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277798" y="5170437"/>
            <a:ext cx="8073628" cy="93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Club Admin expanded from </a:t>
            </a:r>
            <a:r>
              <a:rPr lang="en-US" sz="2750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1 module to 8 modules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36574" y="6611693"/>
            <a:ext cx="267595" cy="267595"/>
          </a:xfrm>
          <a:custGeom>
            <a:avLst/>
            <a:gdLst/>
            <a:ahLst/>
            <a:cxnLst/>
            <a:rect l="l" t="t" r="r" b="b"/>
            <a:pathLst>
              <a:path w="267595" h="267595">
                <a:moveTo>
                  <a:pt x="0" y="0"/>
                </a:moveTo>
                <a:lnTo>
                  <a:pt x="267596" y="0"/>
                </a:lnTo>
                <a:lnTo>
                  <a:pt x="267596" y="267595"/>
                </a:lnTo>
                <a:lnTo>
                  <a:pt x="0" y="2675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722" r="-1722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936574" y="6994922"/>
            <a:ext cx="8073628" cy="38100"/>
            <a:chOff x="0" y="0"/>
            <a:chExt cx="10764838" cy="50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64901" cy="50800"/>
            </a:xfrm>
            <a:custGeom>
              <a:avLst/>
              <a:gdLst/>
              <a:ahLst/>
              <a:cxnLst/>
              <a:rect l="l" t="t" r="r" b="b"/>
              <a:pathLst>
                <a:path w="10764901" h="50800">
                  <a:moveTo>
                    <a:pt x="0" y="0"/>
                  </a:moveTo>
                  <a:lnTo>
                    <a:pt x="10764901" y="0"/>
                  </a:lnTo>
                  <a:lnTo>
                    <a:pt x="107649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B393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36574" y="7157295"/>
            <a:ext cx="7444978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Super Admin portal expanded to </a:t>
            </a:r>
            <a:r>
              <a:rPr lang="en-US" sz="2750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5 modules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9277798" y="6611693"/>
            <a:ext cx="267595" cy="267595"/>
          </a:xfrm>
          <a:custGeom>
            <a:avLst/>
            <a:gdLst/>
            <a:ahLst/>
            <a:cxnLst/>
            <a:rect l="l" t="t" r="r" b="b"/>
            <a:pathLst>
              <a:path w="267595" h="267595">
                <a:moveTo>
                  <a:pt x="0" y="0"/>
                </a:moveTo>
                <a:lnTo>
                  <a:pt x="267595" y="0"/>
                </a:lnTo>
                <a:lnTo>
                  <a:pt x="267595" y="267595"/>
                </a:lnTo>
                <a:lnTo>
                  <a:pt x="0" y="2675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6894" b="-6898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9277798" y="6994922"/>
            <a:ext cx="8073628" cy="38100"/>
            <a:chOff x="0" y="0"/>
            <a:chExt cx="10764838" cy="50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764901" cy="50800"/>
            </a:xfrm>
            <a:custGeom>
              <a:avLst/>
              <a:gdLst/>
              <a:ahLst/>
              <a:cxnLst/>
              <a:rect l="l" t="t" r="r" b="b"/>
              <a:pathLst>
                <a:path w="10764901" h="50800">
                  <a:moveTo>
                    <a:pt x="0" y="0"/>
                  </a:moveTo>
                  <a:lnTo>
                    <a:pt x="10764901" y="0"/>
                  </a:lnTo>
                  <a:lnTo>
                    <a:pt x="1076490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B393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9277798" y="7157295"/>
            <a:ext cx="6743700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Demo system supports </a:t>
            </a:r>
            <a:r>
              <a:rPr lang="en-US" sz="2750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three user roles</a:t>
            </a:r>
            <a:r>
              <a:rPr lang="en-US" sz="2750" b="1">
                <a:solidFill>
                  <a:srgbClr val="F4CAB8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14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C2438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36574" y="3634235"/>
            <a:ext cx="9216180" cy="958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Limitations &amp; Future 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6574" y="4661745"/>
            <a:ext cx="4281935" cy="573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1">
                <a:solidFill>
                  <a:srgbClr val="FFB393"/>
                </a:solidFill>
                <a:latin typeface="Arimo Bold"/>
                <a:ea typeface="Arimo Bold"/>
                <a:cs typeface="Arimo Bold"/>
                <a:sym typeface="Arimo Bold"/>
              </a:rPr>
              <a:t>Current Limitations: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6574" y="5550694"/>
            <a:ext cx="16414852" cy="1035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System uses </a:t>
            </a:r>
            <a:r>
              <a:rPr lang="en-US" sz="2062" b="1">
                <a:solidFill>
                  <a:srgbClr val="F4CAB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mock data only</a:t>
            </a:r>
          </a:p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 b="1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permanent data storage yet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D5487D36-20B9-4AF8-9845-4EE893DA08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5</TotalTime>
  <Words>255</Words>
  <Application>Microsoft Office PowerPoint</Application>
  <PresentationFormat>Custom</PresentationFormat>
  <Paragraphs>70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Arimo Bold</vt:lpstr>
      <vt:lpstr>Montserrat Bold</vt:lpstr>
      <vt:lpstr>Montserrat Medium</vt:lpstr>
      <vt:lpstr>Arial</vt:lpstr>
      <vt:lpstr>Calibri Light</vt:lpstr>
      <vt:lpstr>Calibri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NSU-ClubHub (1).pptx</dc:title>
  <cp:lastModifiedBy>Shabab Alam</cp:lastModifiedBy>
  <cp:revision>2</cp:revision>
  <dcterms:created xsi:type="dcterms:W3CDTF">2006-08-16T00:00:00Z</dcterms:created>
  <dcterms:modified xsi:type="dcterms:W3CDTF">2026-03-15T20:19:35Z</dcterms:modified>
  <dc:identifier>DAHEDE6Bmk0</dc:identifier>
</cp:coreProperties>
</file>