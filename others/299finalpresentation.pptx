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Montserrat Bold" panose="020B0604020202020204" charset="0"/>
      <p:regular r:id="rId35"/>
    </p:embeddedFont>
    <p:embeddedFont>
      <p:font typeface="Montserrat Light" panose="00000400000000000000" pitchFamily="2" charset="0"/>
      <p:regular r:id="rId36"/>
    </p:embeddedFont>
    <p:embeddedFont>
      <p:font typeface="Source Sans 3" panose="020B0604020202020204" charset="0"/>
      <p:regular r:id="rId37"/>
    </p:embeddedFont>
    <p:embeddedFont>
      <p:font typeface="Source Sans 3 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Relationship Id="rId14" Type="http://schemas.openxmlformats.org/officeDocument/2006/relationships/image" Target="../media/image4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54191" y="777030"/>
            <a:ext cx="6549476" cy="8732787"/>
            <a:chOff x="0" y="0"/>
            <a:chExt cx="8732634" cy="1164371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732647" cy="11643741"/>
            </a:xfrm>
            <a:custGeom>
              <a:avLst/>
              <a:gdLst/>
              <a:ahLst/>
              <a:cxnLst/>
              <a:rect l="l" t="t" r="r" b="b"/>
              <a:pathLst>
                <a:path w="8732647" h="11643741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937744" y="3751212"/>
            <a:ext cx="7012191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NSU ClubHub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37744" y="5042897"/>
            <a:ext cx="9270502" cy="146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comprehensive platform connecting students with campus clubs through seamless frontend experiences and robust backend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38347" y="716013"/>
            <a:ext cx="6641154" cy="8854973"/>
            <a:chOff x="0" y="0"/>
            <a:chExt cx="8854872" cy="11806631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854821" cy="11806682"/>
            </a:xfrm>
            <a:custGeom>
              <a:avLst/>
              <a:gdLst/>
              <a:ahLst/>
              <a:cxnLst/>
              <a:rect l="l" t="t" r="r" b="b"/>
              <a:pathLst>
                <a:path w="8854821" h="11806682">
                  <a:moveTo>
                    <a:pt x="0" y="0"/>
                  </a:moveTo>
                  <a:lnTo>
                    <a:pt x="8854821" y="0"/>
                  </a:lnTo>
                  <a:lnTo>
                    <a:pt x="8854821" y="11806682"/>
                  </a:lnTo>
                  <a:lnTo>
                    <a:pt x="0" y="11806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" r="-1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59171" y="646357"/>
            <a:ext cx="5770216" cy="635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Architecture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91435" y="2177014"/>
            <a:ext cx="9911658" cy="1913487"/>
            <a:chOff x="0" y="0"/>
            <a:chExt cx="13215544" cy="25513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215621" cy="2551303"/>
            </a:xfrm>
            <a:custGeom>
              <a:avLst/>
              <a:gdLst/>
              <a:ahLst/>
              <a:cxnLst/>
              <a:rect l="l" t="t" r="r" b="b"/>
              <a:pathLst>
                <a:path w="13215621" h="2551303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3172187" y="0"/>
                  </a:lnTo>
                  <a:cubicBezTo>
                    <a:pt x="13196190" y="0"/>
                    <a:pt x="13215621" y="19431"/>
                    <a:pt x="13215621" y="43434"/>
                  </a:cubicBezTo>
                  <a:lnTo>
                    <a:pt x="13215621" y="2507869"/>
                  </a:lnTo>
                  <a:cubicBezTo>
                    <a:pt x="13215621" y="2531872"/>
                    <a:pt x="13196190" y="2551303"/>
                    <a:pt x="13172187" y="2551303"/>
                  </a:cubicBezTo>
                  <a:lnTo>
                    <a:pt x="43434" y="2551303"/>
                  </a:lnTo>
                  <a:cubicBezTo>
                    <a:pt x="19431" y="2551303"/>
                    <a:pt x="0" y="2531872"/>
                    <a:pt x="0" y="2507869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976017" y="2521001"/>
            <a:ext cx="2465184" cy="317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Next.js 15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6017" y="2920451"/>
            <a:ext cx="9477966" cy="28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Modern React framework powering the user interface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91377" y="4198679"/>
            <a:ext cx="9911658" cy="1913487"/>
            <a:chOff x="0" y="0"/>
            <a:chExt cx="13215544" cy="25513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215621" cy="2551303"/>
            </a:xfrm>
            <a:custGeom>
              <a:avLst/>
              <a:gdLst/>
              <a:ahLst/>
              <a:cxnLst/>
              <a:rect l="l" t="t" r="r" b="b"/>
              <a:pathLst>
                <a:path w="13215621" h="2551303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3172187" y="0"/>
                  </a:lnTo>
                  <a:cubicBezTo>
                    <a:pt x="13196190" y="0"/>
                    <a:pt x="13215621" y="19431"/>
                    <a:pt x="13215621" y="43434"/>
                  </a:cubicBezTo>
                  <a:lnTo>
                    <a:pt x="13215621" y="2507869"/>
                  </a:lnTo>
                  <a:cubicBezTo>
                    <a:pt x="13215621" y="2531872"/>
                    <a:pt x="13196190" y="2551303"/>
                    <a:pt x="13172187" y="2551303"/>
                  </a:cubicBezTo>
                  <a:lnTo>
                    <a:pt x="43434" y="2551303"/>
                  </a:lnTo>
                  <a:cubicBezTo>
                    <a:pt x="19431" y="2551303"/>
                    <a:pt x="0" y="2531872"/>
                    <a:pt x="0" y="2507869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976017" y="3793179"/>
            <a:ext cx="650824" cy="650824"/>
            <a:chOff x="0" y="0"/>
            <a:chExt cx="867766" cy="86776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67791" cy="867791"/>
            </a:xfrm>
            <a:custGeom>
              <a:avLst/>
              <a:gdLst/>
              <a:ahLst/>
              <a:cxnLst/>
              <a:rect l="l" t="t" r="r" b="b"/>
              <a:pathLst>
                <a:path w="867791" h="867791">
                  <a:moveTo>
                    <a:pt x="0" y="433832"/>
                  </a:moveTo>
                  <a:cubicBezTo>
                    <a:pt x="0" y="194310"/>
                    <a:pt x="194310" y="0"/>
                    <a:pt x="433832" y="0"/>
                  </a:cubicBezTo>
                  <a:cubicBezTo>
                    <a:pt x="673354" y="0"/>
                    <a:pt x="867791" y="194310"/>
                    <a:pt x="867791" y="433832"/>
                  </a:cubicBezTo>
                  <a:cubicBezTo>
                    <a:pt x="867791" y="673354"/>
                    <a:pt x="673481" y="867791"/>
                    <a:pt x="433832" y="867791"/>
                  </a:cubicBezTo>
                  <a:cubicBezTo>
                    <a:pt x="194183" y="867791"/>
                    <a:pt x="0" y="673481"/>
                    <a:pt x="0" y="43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Freeform 24" descr="preencoded.png"/>
          <p:cNvSpPr/>
          <p:nvPr/>
        </p:nvSpPr>
        <p:spPr>
          <a:xfrm>
            <a:off x="1155059" y="3972220"/>
            <a:ext cx="292741" cy="292741"/>
          </a:xfrm>
          <a:custGeom>
            <a:avLst/>
            <a:gdLst/>
            <a:ahLst/>
            <a:cxnLst/>
            <a:rect l="l" t="t" r="r" b="b"/>
            <a:pathLst>
              <a:path w="292741" h="292741">
                <a:moveTo>
                  <a:pt x="0" y="0"/>
                </a:moveTo>
                <a:lnTo>
                  <a:pt x="292741" y="0"/>
                </a:lnTo>
                <a:lnTo>
                  <a:pt x="292741" y="292742"/>
                </a:lnTo>
                <a:lnTo>
                  <a:pt x="0" y="2927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46775" b="-46775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976017" y="4586878"/>
            <a:ext cx="2465184" cy="317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Tailwind CSS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6017" y="4986337"/>
            <a:ext cx="9477966" cy="28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dirty="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Fast, consistent styling with reusable components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49372" y="6090096"/>
            <a:ext cx="9911658" cy="1913487"/>
            <a:chOff x="0" y="0"/>
            <a:chExt cx="13215544" cy="25513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215621" cy="2551303"/>
            </a:xfrm>
            <a:custGeom>
              <a:avLst/>
              <a:gdLst/>
              <a:ahLst/>
              <a:cxnLst/>
              <a:rect l="l" t="t" r="r" b="b"/>
              <a:pathLst>
                <a:path w="13215621" h="2551303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3172187" y="0"/>
                  </a:lnTo>
                  <a:cubicBezTo>
                    <a:pt x="13196190" y="0"/>
                    <a:pt x="13215621" y="19431"/>
                    <a:pt x="13215621" y="43434"/>
                  </a:cubicBezTo>
                  <a:lnTo>
                    <a:pt x="13215621" y="2507869"/>
                  </a:lnTo>
                  <a:cubicBezTo>
                    <a:pt x="13215621" y="2531872"/>
                    <a:pt x="13196190" y="2551303"/>
                    <a:pt x="13172187" y="2551303"/>
                  </a:cubicBezTo>
                  <a:lnTo>
                    <a:pt x="43434" y="2551303"/>
                  </a:lnTo>
                  <a:cubicBezTo>
                    <a:pt x="19431" y="2551303"/>
                    <a:pt x="0" y="2531872"/>
                    <a:pt x="0" y="2507869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76017" y="5859066"/>
            <a:ext cx="650824" cy="650824"/>
            <a:chOff x="0" y="0"/>
            <a:chExt cx="867766" cy="86776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67791" cy="867791"/>
            </a:xfrm>
            <a:custGeom>
              <a:avLst/>
              <a:gdLst/>
              <a:ahLst/>
              <a:cxnLst/>
              <a:rect l="l" t="t" r="r" b="b"/>
              <a:pathLst>
                <a:path w="867791" h="867791">
                  <a:moveTo>
                    <a:pt x="0" y="433832"/>
                  </a:moveTo>
                  <a:cubicBezTo>
                    <a:pt x="0" y="194310"/>
                    <a:pt x="194310" y="0"/>
                    <a:pt x="433832" y="0"/>
                  </a:cubicBezTo>
                  <a:cubicBezTo>
                    <a:pt x="673354" y="0"/>
                    <a:pt x="867791" y="194310"/>
                    <a:pt x="867791" y="433832"/>
                  </a:cubicBezTo>
                  <a:cubicBezTo>
                    <a:pt x="867791" y="673354"/>
                    <a:pt x="673481" y="867791"/>
                    <a:pt x="433832" y="867791"/>
                  </a:cubicBezTo>
                  <a:cubicBezTo>
                    <a:pt x="194183" y="867791"/>
                    <a:pt x="0" y="673481"/>
                    <a:pt x="0" y="43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1155059" y="6038107"/>
            <a:ext cx="292741" cy="292741"/>
          </a:xfrm>
          <a:custGeom>
            <a:avLst/>
            <a:gdLst/>
            <a:ahLst/>
            <a:cxnLst/>
            <a:rect l="l" t="t" r="r" b="b"/>
            <a:pathLst>
              <a:path w="292741" h="292741">
                <a:moveTo>
                  <a:pt x="0" y="0"/>
                </a:moveTo>
                <a:lnTo>
                  <a:pt x="292741" y="0"/>
                </a:lnTo>
                <a:lnTo>
                  <a:pt x="292741" y="292741"/>
                </a:lnTo>
                <a:lnTo>
                  <a:pt x="0" y="2927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976017" y="6652765"/>
            <a:ext cx="2465184" cy="317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Zustand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6017" y="7052224"/>
            <a:ext cx="9477966" cy="28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Global state management for user data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06163" y="8103984"/>
            <a:ext cx="9911658" cy="1913487"/>
            <a:chOff x="0" y="0"/>
            <a:chExt cx="13215544" cy="25513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215621" cy="2551303"/>
            </a:xfrm>
            <a:custGeom>
              <a:avLst/>
              <a:gdLst/>
              <a:ahLst/>
              <a:cxnLst/>
              <a:rect l="l" t="t" r="r" b="b"/>
              <a:pathLst>
                <a:path w="13215621" h="2551303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3172187" y="0"/>
                  </a:lnTo>
                  <a:cubicBezTo>
                    <a:pt x="13196190" y="0"/>
                    <a:pt x="13215621" y="19431"/>
                    <a:pt x="13215621" y="43434"/>
                  </a:cubicBezTo>
                  <a:lnTo>
                    <a:pt x="13215621" y="2507869"/>
                  </a:lnTo>
                  <a:cubicBezTo>
                    <a:pt x="13215621" y="2531872"/>
                    <a:pt x="13196190" y="2551303"/>
                    <a:pt x="13172187" y="2551303"/>
                  </a:cubicBezTo>
                  <a:lnTo>
                    <a:pt x="43434" y="2551303"/>
                  </a:lnTo>
                  <a:cubicBezTo>
                    <a:pt x="19431" y="2551303"/>
                    <a:pt x="0" y="2531872"/>
                    <a:pt x="0" y="2507869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76017" y="7924952"/>
            <a:ext cx="650824" cy="650824"/>
            <a:chOff x="0" y="0"/>
            <a:chExt cx="867766" cy="86776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7791" cy="867791"/>
            </a:xfrm>
            <a:custGeom>
              <a:avLst/>
              <a:gdLst/>
              <a:ahLst/>
              <a:cxnLst/>
              <a:rect l="l" t="t" r="r" b="b"/>
              <a:pathLst>
                <a:path w="867791" h="867791">
                  <a:moveTo>
                    <a:pt x="0" y="433832"/>
                  </a:moveTo>
                  <a:cubicBezTo>
                    <a:pt x="0" y="194310"/>
                    <a:pt x="194310" y="0"/>
                    <a:pt x="433832" y="0"/>
                  </a:cubicBezTo>
                  <a:cubicBezTo>
                    <a:pt x="673354" y="0"/>
                    <a:pt x="867791" y="194310"/>
                    <a:pt x="867791" y="433832"/>
                  </a:cubicBezTo>
                  <a:cubicBezTo>
                    <a:pt x="867791" y="673354"/>
                    <a:pt x="673481" y="867791"/>
                    <a:pt x="433832" y="867791"/>
                  </a:cubicBezTo>
                  <a:cubicBezTo>
                    <a:pt x="194183" y="867791"/>
                    <a:pt x="0" y="673481"/>
                    <a:pt x="0" y="43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8" name="Freeform 38" descr="preencoded.png"/>
          <p:cNvSpPr/>
          <p:nvPr/>
        </p:nvSpPr>
        <p:spPr>
          <a:xfrm>
            <a:off x="1155059" y="8103984"/>
            <a:ext cx="292741" cy="292741"/>
          </a:xfrm>
          <a:custGeom>
            <a:avLst/>
            <a:gdLst/>
            <a:ahLst/>
            <a:cxnLst/>
            <a:rect l="l" t="t" r="r" b="b"/>
            <a:pathLst>
              <a:path w="292741" h="292741">
                <a:moveTo>
                  <a:pt x="0" y="0"/>
                </a:moveTo>
                <a:lnTo>
                  <a:pt x="292741" y="0"/>
                </a:lnTo>
                <a:lnTo>
                  <a:pt x="292741" y="292742"/>
                </a:lnTo>
                <a:lnTo>
                  <a:pt x="0" y="2927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8065" b="-8065"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76017" y="8718652"/>
            <a:ext cx="2465184" cy="317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React Query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6017" y="9118102"/>
            <a:ext cx="9477966" cy="28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Server data fetching and intelligent caching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CFD9164-47A6-4BE1-9D24-5175FEC276B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019300"/>
            <a:ext cx="10439400" cy="6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9271A89-F138-4FE1-956B-B8CE70D3235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"/>
            <a:ext cx="8077200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690D89-FE75-4DB8-86CB-F057885236B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7654" y="4305300"/>
            <a:ext cx="9435546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0C8334D9-529D-4214-9AA4-3167202CDBE9}"/>
              </a:ext>
            </a:extLst>
          </p:cNvPr>
          <p:cNvGrpSpPr/>
          <p:nvPr/>
        </p:nvGrpSpPr>
        <p:grpSpPr>
          <a:xfrm>
            <a:off x="1519514" y="887511"/>
            <a:ext cx="15208625" cy="8565775"/>
            <a:chOff x="0" y="0"/>
            <a:chExt cx="20278166" cy="11421034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B92519DD-7BC8-47D8-B404-DC67DC8F9B2A}"/>
                </a:ext>
              </a:extLst>
            </p:cNvPr>
            <p:cNvSpPr/>
            <p:nvPr/>
          </p:nvSpPr>
          <p:spPr>
            <a:xfrm>
              <a:off x="0" y="0"/>
              <a:ext cx="20278217" cy="11420983"/>
            </a:xfrm>
            <a:custGeom>
              <a:avLst/>
              <a:gdLst/>
              <a:ahLst/>
              <a:cxnLst/>
              <a:rect l="l" t="t" r="r" b="b"/>
              <a:pathLst>
                <a:path w="20278217" h="11420983">
                  <a:moveTo>
                    <a:pt x="0" y="0"/>
                  </a:moveTo>
                  <a:lnTo>
                    <a:pt x="20278217" y="0"/>
                  </a:lnTo>
                  <a:lnTo>
                    <a:pt x="20278217" y="11420983"/>
                  </a:lnTo>
                  <a:lnTo>
                    <a:pt x="0" y="11420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365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44711" y="591674"/>
            <a:ext cx="15638926" cy="9036425"/>
            <a:chOff x="0" y="0"/>
            <a:chExt cx="20851901" cy="120485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51876" cy="12048617"/>
            </a:xfrm>
            <a:custGeom>
              <a:avLst/>
              <a:gdLst/>
              <a:ahLst/>
              <a:cxnLst/>
              <a:rect l="l" t="t" r="r" b="b"/>
              <a:pathLst>
                <a:path w="20851876" h="12048617">
                  <a:moveTo>
                    <a:pt x="0" y="0"/>
                  </a:moveTo>
                  <a:lnTo>
                    <a:pt x="20851876" y="0"/>
                  </a:lnTo>
                  <a:lnTo>
                    <a:pt x="20851876" y="12048617"/>
                  </a:lnTo>
                  <a:lnTo>
                    <a:pt x="0" y="12048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689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3252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59862" y="443751"/>
            <a:ext cx="14442138" cy="8433549"/>
            <a:chOff x="0" y="0"/>
            <a:chExt cx="20618818" cy="122995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18831" cy="12299569"/>
            </a:xfrm>
            <a:custGeom>
              <a:avLst/>
              <a:gdLst/>
              <a:ahLst/>
              <a:cxnLst/>
              <a:rect l="l" t="t" r="r" b="b"/>
              <a:pathLst>
                <a:path w="20618831" h="12299569">
                  <a:moveTo>
                    <a:pt x="0" y="0"/>
                  </a:moveTo>
                  <a:lnTo>
                    <a:pt x="20618831" y="0"/>
                  </a:lnTo>
                  <a:lnTo>
                    <a:pt x="20618831" y="12299569"/>
                  </a:lnTo>
                  <a:lnTo>
                    <a:pt x="0" y="1229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0398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85049" y="376514"/>
            <a:ext cx="15625486" cy="9291914"/>
            <a:chOff x="0" y="0"/>
            <a:chExt cx="20833982" cy="12389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969" cy="12389231"/>
            </a:xfrm>
            <a:custGeom>
              <a:avLst/>
              <a:gdLst/>
              <a:ahLst/>
              <a:cxnLst/>
              <a:rect l="l" t="t" r="r" b="b"/>
              <a:pathLst>
                <a:path w="20833969" h="12389231">
                  <a:moveTo>
                    <a:pt x="0" y="0"/>
                  </a:moveTo>
                  <a:lnTo>
                    <a:pt x="20833969" y="0"/>
                  </a:lnTo>
                  <a:lnTo>
                    <a:pt x="20833969" y="12389231"/>
                  </a:lnTo>
                  <a:lnTo>
                    <a:pt x="0" y="12389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065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85049" y="322726"/>
            <a:ext cx="15706163" cy="9372600"/>
            <a:chOff x="0" y="0"/>
            <a:chExt cx="20941551" cy="12496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941537" cy="12496800"/>
            </a:xfrm>
            <a:custGeom>
              <a:avLst/>
              <a:gdLst/>
              <a:ahLst/>
              <a:cxnLst/>
              <a:rect l="l" t="t" r="r" b="b"/>
              <a:pathLst>
                <a:path w="20941537" h="12496800">
                  <a:moveTo>
                    <a:pt x="0" y="0"/>
                  </a:moveTo>
                  <a:lnTo>
                    <a:pt x="20941537" y="0"/>
                  </a:lnTo>
                  <a:lnTo>
                    <a:pt x="20941537" y="12496800"/>
                  </a:lnTo>
                  <a:lnTo>
                    <a:pt x="0" y="1249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128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16111" y="443751"/>
            <a:ext cx="16136474" cy="9130551"/>
            <a:chOff x="0" y="0"/>
            <a:chExt cx="21515299" cy="121740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15324" cy="12174093"/>
            </a:xfrm>
            <a:custGeom>
              <a:avLst/>
              <a:gdLst/>
              <a:ahLst/>
              <a:cxnLst/>
              <a:rect l="l" t="t" r="r" b="b"/>
              <a:pathLst>
                <a:path w="21515324" h="12174093">
                  <a:moveTo>
                    <a:pt x="0" y="0"/>
                  </a:moveTo>
                  <a:lnTo>
                    <a:pt x="21515324" y="0"/>
                  </a:lnTo>
                  <a:lnTo>
                    <a:pt x="21515324" y="12174093"/>
                  </a:lnTo>
                  <a:lnTo>
                    <a:pt x="0" y="12174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2956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27849" y="443751"/>
            <a:ext cx="16123025" cy="9224686"/>
            <a:chOff x="0" y="0"/>
            <a:chExt cx="21497366" cy="122995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497417" cy="12299569"/>
            </a:xfrm>
            <a:custGeom>
              <a:avLst/>
              <a:gdLst/>
              <a:ahLst/>
              <a:cxnLst/>
              <a:rect l="l" t="t" r="r" b="b"/>
              <a:pathLst>
                <a:path w="21497417" h="12299569">
                  <a:moveTo>
                    <a:pt x="0" y="0"/>
                  </a:moveTo>
                  <a:lnTo>
                    <a:pt x="21497417" y="0"/>
                  </a:lnTo>
                  <a:lnTo>
                    <a:pt x="21497417" y="12299569"/>
                  </a:lnTo>
                  <a:lnTo>
                    <a:pt x="0" y="1229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378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80877" y="685800"/>
            <a:ext cx="15181726" cy="8969188"/>
            <a:chOff x="0" y="0"/>
            <a:chExt cx="20242301" cy="11958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42276" cy="11958955"/>
            </a:xfrm>
            <a:custGeom>
              <a:avLst/>
              <a:gdLst/>
              <a:ahLst/>
              <a:cxnLst/>
              <a:rect l="l" t="t" r="r" b="b"/>
              <a:pathLst>
                <a:path w="20242276" h="11958955">
                  <a:moveTo>
                    <a:pt x="0" y="0"/>
                  </a:moveTo>
                  <a:lnTo>
                    <a:pt x="20242276" y="0"/>
                  </a:lnTo>
                  <a:lnTo>
                    <a:pt x="20242276" y="11958955"/>
                  </a:lnTo>
                  <a:lnTo>
                    <a:pt x="0" y="11958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814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52286" y="537886"/>
            <a:ext cx="15302751" cy="9157449"/>
            <a:chOff x="0" y="0"/>
            <a:chExt cx="20403668" cy="12209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403693" cy="12209907"/>
            </a:xfrm>
            <a:custGeom>
              <a:avLst/>
              <a:gdLst/>
              <a:ahLst/>
              <a:cxnLst/>
              <a:rect l="l" t="t" r="r" b="b"/>
              <a:pathLst>
                <a:path w="20403693" h="12209907">
                  <a:moveTo>
                    <a:pt x="0" y="0"/>
                  </a:moveTo>
                  <a:lnTo>
                    <a:pt x="20403693" y="0"/>
                  </a:lnTo>
                  <a:lnTo>
                    <a:pt x="20403693" y="12209907"/>
                  </a:lnTo>
                  <a:lnTo>
                    <a:pt x="0" y="12209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0844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304363" y="457200"/>
            <a:ext cx="15141388" cy="9144000"/>
            <a:chOff x="0" y="0"/>
            <a:chExt cx="20188517" cy="12192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88555" cy="12192000"/>
            </a:xfrm>
            <a:custGeom>
              <a:avLst/>
              <a:gdLst/>
              <a:ahLst/>
              <a:cxnLst/>
              <a:rect l="l" t="t" r="r" b="b"/>
              <a:pathLst>
                <a:path w="20188555" h="12192000">
                  <a:moveTo>
                    <a:pt x="0" y="0"/>
                  </a:moveTo>
                  <a:lnTo>
                    <a:pt x="20188555" y="0"/>
                  </a:lnTo>
                  <a:lnTo>
                    <a:pt x="20188555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9965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899649" y="618563"/>
            <a:ext cx="9816351" cy="8982637"/>
            <a:chOff x="0" y="0"/>
            <a:chExt cx="13088468" cy="119768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88493" cy="11976862"/>
            </a:xfrm>
            <a:custGeom>
              <a:avLst/>
              <a:gdLst/>
              <a:ahLst/>
              <a:cxnLst/>
              <a:rect l="l" t="t" r="r" b="b"/>
              <a:pathLst>
                <a:path w="13088493" h="11976862">
                  <a:moveTo>
                    <a:pt x="0" y="0"/>
                  </a:moveTo>
                  <a:lnTo>
                    <a:pt x="13088493" y="0"/>
                  </a:lnTo>
                  <a:lnTo>
                    <a:pt x="13088493" y="11976862"/>
                  </a:lnTo>
                  <a:lnTo>
                    <a:pt x="0" y="11976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9925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84191" y="777030"/>
            <a:ext cx="6549476" cy="8732787"/>
            <a:chOff x="0" y="0"/>
            <a:chExt cx="8732634" cy="11643716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32647" cy="11643741"/>
            </a:xfrm>
            <a:custGeom>
              <a:avLst/>
              <a:gdLst/>
              <a:ahLst/>
              <a:cxnLst/>
              <a:rect l="l" t="t" r="r" b="b"/>
              <a:pathLst>
                <a:path w="8732647" h="11643741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79744" y="1032272"/>
            <a:ext cx="8060236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Architecture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9744" y="2400148"/>
            <a:ext cx="1542602" cy="1851127"/>
            <a:chOff x="0" y="0"/>
            <a:chExt cx="2056803" cy="2468169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2056765" cy="2468118"/>
            </a:xfrm>
            <a:custGeom>
              <a:avLst/>
              <a:gdLst/>
              <a:ahLst/>
              <a:cxnLst/>
              <a:rect l="l" t="t" r="r" b="b"/>
              <a:pathLst>
                <a:path w="2056765" h="2468118">
                  <a:moveTo>
                    <a:pt x="0" y="0"/>
                  </a:moveTo>
                  <a:lnTo>
                    <a:pt x="2056765" y="0"/>
                  </a:lnTo>
                  <a:lnTo>
                    <a:pt x="2056765" y="2468118"/>
                  </a:lnTo>
                  <a:lnTo>
                    <a:pt x="0" y="2468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3" r="-104" b="-2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2930871" y="2689622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30871" y="3255759"/>
            <a:ext cx="7419384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API endpoints definition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79744" y="4251274"/>
            <a:ext cx="1542602" cy="1851127"/>
            <a:chOff x="0" y="0"/>
            <a:chExt cx="2056803" cy="2468169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2056765" cy="2468118"/>
            </a:xfrm>
            <a:custGeom>
              <a:avLst/>
              <a:gdLst/>
              <a:ahLst/>
              <a:cxnLst/>
              <a:rect l="l" t="t" r="r" b="b"/>
              <a:pathLst>
                <a:path w="2056765" h="2468118">
                  <a:moveTo>
                    <a:pt x="0" y="0"/>
                  </a:moveTo>
                  <a:lnTo>
                    <a:pt x="2056765" y="0"/>
                  </a:lnTo>
                  <a:lnTo>
                    <a:pt x="2056765" y="2468118"/>
                  </a:lnTo>
                  <a:lnTo>
                    <a:pt x="0" y="2468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3" r="-104" b="-2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930871" y="4540748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Controllers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30871" y="5106886"/>
            <a:ext cx="7419384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Request handling logic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79744" y="6102401"/>
            <a:ext cx="1542602" cy="1851127"/>
            <a:chOff x="0" y="0"/>
            <a:chExt cx="2056803" cy="2468169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2056765" cy="2468118"/>
            </a:xfrm>
            <a:custGeom>
              <a:avLst/>
              <a:gdLst/>
              <a:ahLst/>
              <a:cxnLst/>
              <a:rect l="l" t="t" r="r" b="b"/>
              <a:pathLst>
                <a:path w="2056765" h="2468118">
                  <a:moveTo>
                    <a:pt x="0" y="0"/>
                  </a:moveTo>
                  <a:lnTo>
                    <a:pt x="2056765" y="0"/>
                  </a:lnTo>
                  <a:lnTo>
                    <a:pt x="2056765" y="2468118"/>
                  </a:lnTo>
                  <a:lnTo>
                    <a:pt x="0" y="2468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3" r="-104" b="-2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930871" y="6391866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30871" y="6958012"/>
            <a:ext cx="7419384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Business logic processing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9744" y="8224390"/>
            <a:ext cx="9270502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Built with </a:t>
            </a:r>
            <a:r>
              <a:rPr lang="en-US" sz="2375" b="1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Express.js and TypeScript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, following RESTful API principles for scalable, organized communication between frontend and database.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9148" y="891178"/>
            <a:ext cx="7158190" cy="854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Middleware Pipeline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9148" y="2306088"/>
            <a:ext cx="588016" cy="367455"/>
            <a:chOff x="0" y="0"/>
            <a:chExt cx="784022" cy="4899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84027" cy="489942"/>
            </a:xfrm>
            <a:custGeom>
              <a:avLst/>
              <a:gdLst/>
              <a:ahLst/>
              <a:cxnLst/>
              <a:rect l="l" t="t" r="r" b="b"/>
              <a:pathLst>
                <a:path w="784027" h="489942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r="-3017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9148" y="2767603"/>
            <a:ext cx="7974654" cy="38100"/>
            <a:chOff x="0" y="0"/>
            <a:chExt cx="10632872" cy="50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32821" cy="50800"/>
            </a:xfrm>
            <a:custGeom>
              <a:avLst/>
              <a:gdLst/>
              <a:ahLst/>
              <a:cxnLst/>
              <a:rect l="l" t="t" r="r" b="b"/>
              <a:pathLst>
                <a:path w="10632821" h="50800">
                  <a:moveTo>
                    <a:pt x="0" y="0"/>
                  </a:moveTo>
                  <a:lnTo>
                    <a:pt x="10632821" y="0"/>
                  </a:lnTo>
                  <a:lnTo>
                    <a:pt x="1063282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29148" y="2981173"/>
            <a:ext cx="3341637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9148" y="3519192"/>
            <a:ext cx="7974654" cy="48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Access permission control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84046" y="2306088"/>
            <a:ext cx="588016" cy="367455"/>
            <a:chOff x="0" y="0"/>
            <a:chExt cx="784022" cy="4899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4027" cy="489942"/>
            </a:xfrm>
            <a:custGeom>
              <a:avLst/>
              <a:gdLst/>
              <a:ahLst/>
              <a:cxnLst/>
              <a:rect l="l" t="t" r="r" b="b"/>
              <a:pathLst>
                <a:path w="784027" h="489942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r="-3017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02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84046" y="2767603"/>
            <a:ext cx="7974806" cy="38100"/>
            <a:chOff x="0" y="0"/>
            <a:chExt cx="10633075" cy="50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33075" cy="50800"/>
            </a:xfrm>
            <a:custGeom>
              <a:avLst/>
              <a:gdLst/>
              <a:ahLst/>
              <a:cxnLst/>
              <a:rect l="l" t="t" r="r" b="b"/>
              <a:pathLst>
                <a:path w="10633075" h="50800">
                  <a:moveTo>
                    <a:pt x="0" y="0"/>
                  </a:moveTo>
                  <a:lnTo>
                    <a:pt x="10633075" y="0"/>
                  </a:lnTo>
                  <a:lnTo>
                    <a:pt x="1063307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284046" y="2981173"/>
            <a:ext cx="3341637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JSON Parser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84046" y="3519192"/>
            <a:ext cx="7974806" cy="48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Request data processing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9148" y="4507706"/>
            <a:ext cx="588016" cy="367455"/>
            <a:chOff x="0" y="0"/>
            <a:chExt cx="784022" cy="4899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4027" cy="489942"/>
            </a:xfrm>
            <a:custGeom>
              <a:avLst/>
              <a:gdLst/>
              <a:ahLst/>
              <a:cxnLst/>
              <a:rect l="l" t="t" r="r" b="b"/>
              <a:pathLst>
                <a:path w="784027" h="489942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r="-3017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9148" y="4969221"/>
            <a:ext cx="7974654" cy="38100"/>
            <a:chOff x="0" y="0"/>
            <a:chExt cx="10632872" cy="50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32821" cy="50800"/>
            </a:xfrm>
            <a:custGeom>
              <a:avLst/>
              <a:gdLst/>
              <a:ahLst/>
              <a:cxnLst/>
              <a:rect l="l" t="t" r="r" b="b"/>
              <a:pathLst>
                <a:path w="10632821" h="50800">
                  <a:moveTo>
                    <a:pt x="0" y="0"/>
                  </a:moveTo>
                  <a:lnTo>
                    <a:pt x="10632821" y="0"/>
                  </a:lnTo>
                  <a:lnTo>
                    <a:pt x="1063282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029148" y="5182791"/>
            <a:ext cx="3341637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Logger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9148" y="5720801"/>
            <a:ext cx="7974654" cy="48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activity tracking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284046" y="4507706"/>
            <a:ext cx="588016" cy="367455"/>
            <a:chOff x="0" y="0"/>
            <a:chExt cx="784022" cy="48994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4027" cy="489942"/>
            </a:xfrm>
            <a:custGeom>
              <a:avLst/>
              <a:gdLst/>
              <a:ahLst/>
              <a:cxnLst/>
              <a:rect l="l" t="t" r="r" b="b"/>
              <a:pathLst>
                <a:path w="784027" h="489942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r="-3017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84046" y="4969221"/>
            <a:ext cx="7974806" cy="38100"/>
            <a:chOff x="0" y="0"/>
            <a:chExt cx="10633075" cy="50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633075" cy="50800"/>
            </a:xfrm>
            <a:custGeom>
              <a:avLst/>
              <a:gdLst/>
              <a:ahLst/>
              <a:cxnLst/>
              <a:rect l="l" t="t" r="r" b="b"/>
              <a:pathLst>
                <a:path w="10633075" h="50800">
                  <a:moveTo>
                    <a:pt x="0" y="0"/>
                  </a:moveTo>
                  <a:lnTo>
                    <a:pt x="10633075" y="0"/>
                  </a:lnTo>
                  <a:lnTo>
                    <a:pt x="1063307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9284046" y="5182791"/>
            <a:ext cx="3341637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Rate Limiter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84046" y="5720801"/>
            <a:ext cx="7974806" cy="48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Abuse prevention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29148" y="6709324"/>
            <a:ext cx="588016" cy="367455"/>
            <a:chOff x="0" y="0"/>
            <a:chExt cx="784022" cy="48994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84027" cy="489942"/>
            </a:xfrm>
            <a:custGeom>
              <a:avLst/>
              <a:gdLst/>
              <a:ahLst/>
              <a:cxnLst/>
              <a:rect l="l" t="t" r="r" b="b"/>
              <a:pathLst>
                <a:path w="784027" h="489942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r="-3017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05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29148" y="7170839"/>
            <a:ext cx="7974654" cy="38100"/>
            <a:chOff x="0" y="0"/>
            <a:chExt cx="10632872" cy="50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632821" cy="50800"/>
            </a:xfrm>
            <a:custGeom>
              <a:avLst/>
              <a:gdLst/>
              <a:ahLst/>
              <a:cxnLst/>
              <a:rect l="l" t="t" r="r" b="b"/>
              <a:pathLst>
                <a:path w="10632821" h="50800">
                  <a:moveTo>
                    <a:pt x="0" y="0"/>
                  </a:moveTo>
                  <a:lnTo>
                    <a:pt x="10632821" y="0"/>
                  </a:lnTo>
                  <a:lnTo>
                    <a:pt x="1063282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029148" y="7384409"/>
            <a:ext cx="3341637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Authentication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29148" y="7922419"/>
            <a:ext cx="7974654" cy="48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JWT verification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284046" y="6709324"/>
            <a:ext cx="588016" cy="367455"/>
            <a:chOff x="0" y="0"/>
            <a:chExt cx="784022" cy="48994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84027" cy="489942"/>
            </a:xfrm>
            <a:custGeom>
              <a:avLst/>
              <a:gdLst/>
              <a:ahLst/>
              <a:cxnLst/>
              <a:rect l="l" t="t" r="r" b="b"/>
              <a:pathLst>
                <a:path w="784027" h="489942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r="-3017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06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284046" y="7170839"/>
            <a:ext cx="7974806" cy="38100"/>
            <a:chOff x="0" y="0"/>
            <a:chExt cx="10633075" cy="50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633075" cy="50800"/>
            </a:xfrm>
            <a:custGeom>
              <a:avLst/>
              <a:gdLst/>
              <a:ahLst/>
              <a:cxnLst/>
              <a:rect l="l" t="t" r="r" b="b"/>
              <a:pathLst>
                <a:path w="10633075" h="50800">
                  <a:moveTo>
                    <a:pt x="0" y="0"/>
                  </a:moveTo>
                  <a:lnTo>
                    <a:pt x="10633075" y="0"/>
                  </a:lnTo>
                  <a:lnTo>
                    <a:pt x="1063307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7" name="TextBox 47"/>
          <p:cNvSpPr txBox="1"/>
          <p:nvPr/>
        </p:nvSpPr>
        <p:spPr>
          <a:xfrm>
            <a:off x="9284046" y="7384409"/>
            <a:ext cx="3341637" cy="427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Authorization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284046" y="7922419"/>
            <a:ext cx="7974806" cy="48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Role-based access checks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9148" y="8888759"/>
            <a:ext cx="16229705" cy="48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Centralized error handling ensures consistent responses throughout the request lifecycle.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1254471"/>
            <a:ext cx="9820123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Role-Based Access Control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9744" y="2776690"/>
            <a:ext cx="2687984" cy="1703041"/>
            <a:chOff x="0" y="0"/>
            <a:chExt cx="3583978" cy="22707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83940" cy="2270760"/>
            </a:xfrm>
            <a:custGeom>
              <a:avLst/>
              <a:gdLst/>
              <a:ahLst/>
              <a:cxnLst/>
              <a:rect l="l" t="t" r="r" b="b"/>
              <a:pathLst>
                <a:path w="3583940" h="2270760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3522218" y="0"/>
                  </a:lnTo>
                  <a:cubicBezTo>
                    <a:pt x="3556254" y="0"/>
                    <a:pt x="3583940" y="27686"/>
                    <a:pt x="3583940" y="61722"/>
                  </a:cubicBezTo>
                  <a:lnTo>
                    <a:pt x="3583940" y="2209038"/>
                  </a:lnTo>
                  <a:cubicBezTo>
                    <a:pt x="3583940" y="2243074"/>
                    <a:pt x="3556254" y="2270760"/>
                    <a:pt x="3522218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id="9" name="Freeform 9" descr="preencoded.png"/>
          <p:cNvSpPr/>
          <p:nvPr/>
        </p:nvSpPr>
        <p:spPr>
          <a:xfrm>
            <a:off x="2206828" y="3411141"/>
            <a:ext cx="433835" cy="433835"/>
          </a:xfrm>
          <a:custGeom>
            <a:avLst/>
            <a:gdLst/>
            <a:ahLst/>
            <a:cxnLst/>
            <a:rect l="l" t="t" r="r" b="b"/>
            <a:pathLst>
              <a:path w="433835" h="433835">
                <a:moveTo>
                  <a:pt x="0" y="0"/>
                </a:moveTo>
                <a:lnTo>
                  <a:pt x="433835" y="0"/>
                </a:lnTo>
                <a:lnTo>
                  <a:pt x="433835" y="433835"/>
                </a:lnTo>
                <a:lnTo>
                  <a:pt x="0" y="433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7390" b="-17390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76252" y="3066155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76252" y="3632302"/>
            <a:ext cx="7022306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Browse clubs, apply for recruitment, register for events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921919" y="4460672"/>
            <a:ext cx="13132146" cy="19050"/>
            <a:chOff x="0" y="0"/>
            <a:chExt cx="17509528" cy="25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09489" cy="25400"/>
            </a:xfrm>
            <a:custGeom>
              <a:avLst/>
              <a:gdLst/>
              <a:ahLst/>
              <a:cxnLst/>
              <a:rect l="l" t="t" r="r" b="b"/>
              <a:pathLst>
                <a:path w="1750948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7496789" y="0"/>
                  </a:lnTo>
                  <a:cubicBezTo>
                    <a:pt x="17503775" y="0"/>
                    <a:pt x="17509489" y="5715"/>
                    <a:pt x="17509489" y="12700"/>
                  </a:cubicBezTo>
                  <a:cubicBezTo>
                    <a:pt x="17509489" y="19685"/>
                    <a:pt x="17503775" y="25400"/>
                    <a:pt x="1749678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79744" y="4633912"/>
            <a:ext cx="5376120" cy="1703041"/>
            <a:chOff x="0" y="0"/>
            <a:chExt cx="7168159" cy="22707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168134" cy="2270760"/>
            </a:xfrm>
            <a:custGeom>
              <a:avLst/>
              <a:gdLst/>
              <a:ahLst/>
              <a:cxnLst/>
              <a:rect l="l" t="t" r="r" b="b"/>
              <a:pathLst>
                <a:path w="7168134" h="2270760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7106412" y="0"/>
                  </a:lnTo>
                  <a:cubicBezTo>
                    <a:pt x="7140448" y="0"/>
                    <a:pt x="7168134" y="27686"/>
                    <a:pt x="7168134" y="61722"/>
                  </a:cubicBezTo>
                  <a:lnTo>
                    <a:pt x="7168134" y="2209038"/>
                  </a:lnTo>
                  <a:cubicBezTo>
                    <a:pt x="7168134" y="2243074"/>
                    <a:pt x="7140448" y="2270760"/>
                    <a:pt x="7106412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id="16" name="Freeform 16" descr="preencoded.png"/>
          <p:cNvSpPr/>
          <p:nvPr/>
        </p:nvSpPr>
        <p:spPr>
          <a:xfrm>
            <a:off x="3550891" y="5268363"/>
            <a:ext cx="433835" cy="433835"/>
          </a:xfrm>
          <a:custGeom>
            <a:avLst/>
            <a:gdLst/>
            <a:ahLst/>
            <a:cxnLst/>
            <a:rect l="l" t="t" r="r" b="b"/>
            <a:pathLst>
              <a:path w="433835" h="433835">
                <a:moveTo>
                  <a:pt x="0" y="0"/>
                </a:moveTo>
                <a:lnTo>
                  <a:pt x="433836" y="0"/>
                </a:lnTo>
                <a:lnTo>
                  <a:pt x="433836" y="433835"/>
                </a:lnTo>
                <a:lnTo>
                  <a:pt x="0" y="4338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764388" y="4923387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Club Admin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4388" y="5489524"/>
            <a:ext cx="7869136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Manage club operations, approve events, handle applications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10055" y="6317904"/>
            <a:ext cx="10444010" cy="19050"/>
            <a:chOff x="0" y="0"/>
            <a:chExt cx="13925347" cy="25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925296" cy="25400"/>
            </a:xfrm>
            <a:custGeom>
              <a:avLst/>
              <a:gdLst/>
              <a:ahLst/>
              <a:cxnLst/>
              <a:rect l="l" t="t" r="r" b="b"/>
              <a:pathLst>
                <a:path w="13925296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912596" y="0"/>
                  </a:lnTo>
                  <a:cubicBezTo>
                    <a:pt x="13919581" y="0"/>
                    <a:pt x="13925296" y="5715"/>
                    <a:pt x="13925296" y="12700"/>
                  </a:cubicBezTo>
                  <a:cubicBezTo>
                    <a:pt x="13925296" y="19685"/>
                    <a:pt x="13919581" y="25400"/>
                    <a:pt x="1391259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079744" y="6491135"/>
            <a:ext cx="8064256" cy="1703041"/>
            <a:chOff x="0" y="0"/>
            <a:chExt cx="10752341" cy="22707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52328" cy="2270760"/>
            </a:xfrm>
            <a:custGeom>
              <a:avLst/>
              <a:gdLst/>
              <a:ahLst/>
              <a:cxnLst/>
              <a:rect l="l" t="t" r="r" b="b"/>
              <a:pathLst>
                <a:path w="10752328" h="2270760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690606" y="0"/>
                  </a:lnTo>
                  <a:cubicBezTo>
                    <a:pt x="10724642" y="0"/>
                    <a:pt x="10752328" y="27686"/>
                    <a:pt x="10752328" y="61722"/>
                  </a:cubicBezTo>
                  <a:lnTo>
                    <a:pt x="10752328" y="2209038"/>
                  </a:lnTo>
                  <a:cubicBezTo>
                    <a:pt x="10752328" y="2243074"/>
                    <a:pt x="10724642" y="2270760"/>
                    <a:pt x="10690606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id="23" name="Freeform 23" descr="preencoded.png"/>
          <p:cNvSpPr/>
          <p:nvPr/>
        </p:nvSpPr>
        <p:spPr>
          <a:xfrm>
            <a:off x="4894955" y="7125595"/>
            <a:ext cx="433835" cy="433835"/>
          </a:xfrm>
          <a:custGeom>
            <a:avLst/>
            <a:gdLst/>
            <a:ahLst/>
            <a:cxnLst/>
            <a:rect l="l" t="t" r="r" b="b"/>
            <a:pathLst>
              <a:path w="433835" h="433835">
                <a:moveTo>
                  <a:pt x="0" y="0"/>
                </a:moveTo>
                <a:lnTo>
                  <a:pt x="433835" y="0"/>
                </a:lnTo>
                <a:lnTo>
                  <a:pt x="433835" y="433836"/>
                </a:lnTo>
                <a:lnTo>
                  <a:pt x="0" y="4338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347" r="-4347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452524" y="6780609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 Admin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52524" y="7346747"/>
            <a:ext cx="7424147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Full system control, user management, platform oversight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9744" y="8465048"/>
            <a:ext cx="16128502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Strict permission enforcement prevents unauthorized access to sensitive operations.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81809" y="773906"/>
            <a:ext cx="6554391" cy="8739188"/>
            <a:chOff x="0" y="0"/>
            <a:chExt cx="8739188" cy="1165225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39251" cy="11652250"/>
            </a:xfrm>
            <a:custGeom>
              <a:avLst/>
              <a:gdLst/>
              <a:ahLst/>
              <a:cxnLst/>
              <a:rect l="l" t="t" r="r" b="b"/>
              <a:pathLst>
                <a:path w="8739251" h="11652250">
                  <a:moveTo>
                    <a:pt x="0" y="0"/>
                  </a:moveTo>
                  <a:lnTo>
                    <a:pt x="8739251" y="0"/>
                  </a:lnTo>
                  <a:lnTo>
                    <a:pt x="8739251" y="11652250"/>
                  </a:lnTo>
                  <a:lnTo>
                    <a:pt x="0" y="1165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62933" y="991943"/>
            <a:ext cx="9304134" cy="1754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 Layer &amp; Data Management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2933" y="3483769"/>
            <a:ext cx="3451327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 Modules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2933" y="4156767"/>
            <a:ext cx="4281640" cy="500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500"/>
              </a:lnSpc>
              <a:buFont typeface="Arial"/>
              <a:buChar char="•"/>
            </a:pPr>
            <a:r>
              <a:rPr lang="en-US" sz="2375" b="1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UserService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User data and authentication</a:t>
            </a:r>
          </a:p>
          <a:p>
            <a:pPr marL="358180" lvl="1" indent="-179090" algn="l">
              <a:lnSpc>
                <a:spcPts val="3500"/>
              </a:lnSpc>
              <a:buFont typeface="Arial"/>
              <a:buChar char="•"/>
            </a:pPr>
            <a:r>
              <a:rPr lang="en-US" sz="2375" b="1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ClubService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Club operations and memberships</a:t>
            </a:r>
          </a:p>
          <a:p>
            <a:pPr marL="358180" lvl="1" indent="-179090" algn="l">
              <a:lnSpc>
                <a:spcPts val="3500"/>
              </a:lnSpc>
              <a:buFont typeface="Arial"/>
              <a:buChar char="•"/>
            </a:pPr>
            <a:r>
              <a:rPr lang="en-US" sz="2375" b="1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EventService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Event creation and registration</a:t>
            </a:r>
          </a:p>
          <a:p>
            <a:pPr marL="358180" lvl="1" indent="-179090" algn="l">
              <a:lnSpc>
                <a:spcPts val="3500"/>
              </a:lnSpc>
              <a:buFont typeface="Arial"/>
              <a:buChar char="•"/>
            </a:pPr>
            <a:r>
              <a:rPr lang="en-US" sz="2375" b="1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RecruitmentService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Application tracking</a:t>
            </a:r>
          </a:p>
          <a:p>
            <a:pPr marL="358180" lvl="1" indent="-179090" algn="l">
              <a:lnSpc>
                <a:spcPts val="3500"/>
              </a:lnSpc>
              <a:buFont typeface="Arial"/>
              <a:buChar char="•"/>
            </a:pPr>
            <a:r>
              <a:rPr lang="en-US" sz="2375" b="1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NotificationService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User updates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94962" y="3483769"/>
            <a:ext cx="3451327" cy="44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Stack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94962" y="4156767"/>
            <a:ext cx="4281640" cy="142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 b="1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PostgreSQL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reliable data storage with </a:t>
            </a:r>
            <a:r>
              <a:rPr lang="en-US" sz="2375" b="1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Prisma ORM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type-safe queries.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94962" y="5781675"/>
            <a:ext cx="4281640" cy="142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Entities include users, clubs, events, QR tickets, applications, and audit logs.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1428007"/>
            <a:ext cx="7012191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Features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79744" y="2950216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5925" r="-2592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36584" y="2931166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QR Ticketing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36584" y="3497313"/>
            <a:ext cx="6714534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Unique QR codes with real-time validation and duplicate entry prevention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36729" y="2950216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617" b="-616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493578" y="2931166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Club Discovery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93578" y="3497313"/>
            <a:ext cx="6714677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Search and filter functionality for finding relevant clubs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79744" y="5115963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468" b="-246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36584" y="5096913"/>
            <a:ext cx="3615033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Event Management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6584" y="5663060"/>
            <a:ext cx="6714534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Admin-approved events with student registration system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36729" y="5115963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235" r="-1233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493578" y="5096913"/>
            <a:ext cx="3771748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Recruitment System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3578" y="5663060"/>
            <a:ext cx="6714677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Multi-stage applications with progress tracking and automated updates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1079744" y="7281710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703" r="-3702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236584" y="7262660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36584" y="7828807"/>
            <a:ext cx="6714534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Updates for events, recruitment status, and important announcements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336729" y="7281710"/>
            <a:ext cx="771230" cy="771230"/>
          </a:xfrm>
          <a:custGeom>
            <a:avLst/>
            <a:gdLst/>
            <a:ahLst/>
            <a:cxnLst/>
            <a:rect l="l" t="t" r="r" b="b"/>
            <a:pathLst>
              <a:path w="771230" h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22839" b="-22838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493578" y="7262660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Assistant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93578" y="7828807"/>
            <a:ext cx="6714677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Intelligent help system for navigation and information queries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9141" y="705888"/>
            <a:ext cx="5916511" cy="76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Design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9141" y="2303412"/>
            <a:ext cx="8055026" cy="1801120"/>
            <a:chOff x="0" y="0"/>
            <a:chExt cx="10740034" cy="24014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40010" cy="2401443"/>
            </a:xfrm>
            <a:custGeom>
              <a:avLst/>
              <a:gdLst/>
              <a:ahLst/>
              <a:cxnLst/>
              <a:rect l="l" t="t" r="r" b="b"/>
              <a:pathLst>
                <a:path w="10740010" h="240144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129" y="0"/>
                  </a:lnTo>
                  <a:cubicBezTo>
                    <a:pt x="10658094" y="0"/>
                    <a:pt x="10740010" y="81915"/>
                    <a:pt x="10740010" y="182880"/>
                  </a:cubicBezTo>
                  <a:lnTo>
                    <a:pt x="10740010" y="2218563"/>
                  </a:lnTo>
                  <a:cubicBezTo>
                    <a:pt x="10740010" y="2319528"/>
                    <a:pt x="10658094" y="2401443"/>
                    <a:pt x="10557129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79141" y="2274837"/>
            <a:ext cx="8055026" cy="114300"/>
            <a:chOff x="0" y="0"/>
            <a:chExt cx="10740034" cy="152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740009" cy="152400"/>
            </a:xfrm>
            <a:custGeom>
              <a:avLst/>
              <a:gdLst/>
              <a:ahLst/>
              <a:cxnLst/>
              <a:rect l="l" t="t" r="r" b="b"/>
              <a:pathLst>
                <a:path w="10740009" h="152400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7939" y="0"/>
                  </a:lnTo>
                  <a:cubicBezTo>
                    <a:pt x="10716641" y="0"/>
                    <a:pt x="10740009" y="23368"/>
                    <a:pt x="10740009" y="52070"/>
                  </a:cubicBezTo>
                  <a:lnTo>
                    <a:pt x="10740009" y="100330"/>
                  </a:lnTo>
                  <a:cubicBezTo>
                    <a:pt x="10740009" y="129032"/>
                    <a:pt x="10716641" y="152400"/>
                    <a:pt x="10687939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616129" y="1913039"/>
            <a:ext cx="780898" cy="780898"/>
            <a:chOff x="0" y="0"/>
            <a:chExt cx="1041197" cy="10411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850387" y="2108302"/>
            <a:ext cx="312391" cy="390373"/>
            <a:chOff x="0" y="0"/>
            <a:chExt cx="416522" cy="5204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6520" cy="520502"/>
            </a:xfrm>
            <a:custGeom>
              <a:avLst/>
              <a:gdLst/>
              <a:ahLst/>
              <a:cxnLst/>
              <a:rect l="l" t="t" r="r" b="b"/>
              <a:pathLst>
                <a:path w="416520" h="520502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r="-11033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437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68016" y="2944711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Authentication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8016" y="3408159"/>
            <a:ext cx="7477277" cy="40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Login, registration, JWT management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53690" y="2303412"/>
            <a:ext cx="8055178" cy="1801120"/>
            <a:chOff x="0" y="0"/>
            <a:chExt cx="10740238" cy="24014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40263" cy="2401443"/>
            </a:xfrm>
            <a:custGeom>
              <a:avLst/>
              <a:gdLst/>
              <a:ahLst/>
              <a:cxnLst/>
              <a:rect l="l" t="t" r="r" b="b"/>
              <a:pathLst>
                <a:path w="10740263" h="240144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383" y="0"/>
                  </a:lnTo>
                  <a:cubicBezTo>
                    <a:pt x="10658348" y="0"/>
                    <a:pt x="10740263" y="81915"/>
                    <a:pt x="10740263" y="182880"/>
                  </a:cubicBezTo>
                  <a:lnTo>
                    <a:pt x="10740263" y="2218563"/>
                  </a:lnTo>
                  <a:cubicBezTo>
                    <a:pt x="10740263" y="2319528"/>
                    <a:pt x="10658348" y="2401443"/>
                    <a:pt x="10557383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253690" y="2274837"/>
            <a:ext cx="8055178" cy="114300"/>
            <a:chOff x="0" y="0"/>
            <a:chExt cx="10740238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40263" cy="152400"/>
            </a:xfrm>
            <a:custGeom>
              <a:avLst/>
              <a:gdLst/>
              <a:ahLst/>
              <a:cxnLst/>
              <a:rect l="l" t="t" r="r" b="b"/>
              <a:pathLst>
                <a:path w="10740263" h="152400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8193" y="0"/>
                  </a:lnTo>
                  <a:cubicBezTo>
                    <a:pt x="10716895" y="0"/>
                    <a:pt x="10740263" y="23368"/>
                    <a:pt x="10740263" y="52070"/>
                  </a:cubicBezTo>
                  <a:lnTo>
                    <a:pt x="10740263" y="100330"/>
                  </a:lnTo>
                  <a:cubicBezTo>
                    <a:pt x="10740263" y="129032"/>
                    <a:pt x="10716895" y="152400"/>
                    <a:pt x="10688193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2890821" y="1913039"/>
            <a:ext cx="780898" cy="780898"/>
            <a:chOff x="0" y="0"/>
            <a:chExt cx="1041197" cy="10411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3125079" y="2108302"/>
            <a:ext cx="312391" cy="390373"/>
            <a:chOff x="0" y="0"/>
            <a:chExt cx="416522" cy="5204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6520" cy="520502"/>
            </a:xfrm>
            <a:custGeom>
              <a:avLst/>
              <a:gdLst/>
              <a:ahLst/>
              <a:cxnLst/>
              <a:rect l="l" t="t" r="r" b="b"/>
              <a:pathLst>
                <a:path w="416520" h="520502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r="-11033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437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542564" y="2944711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Club Operations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42564" y="3408159"/>
            <a:ext cx="7477420" cy="40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Create, update, search clubs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79141" y="4714427"/>
            <a:ext cx="8055026" cy="1801120"/>
            <a:chOff x="0" y="0"/>
            <a:chExt cx="10740034" cy="240149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40010" cy="2401443"/>
            </a:xfrm>
            <a:custGeom>
              <a:avLst/>
              <a:gdLst/>
              <a:ahLst/>
              <a:cxnLst/>
              <a:rect l="l" t="t" r="r" b="b"/>
              <a:pathLst>
                <a:path w="10740010" h="240144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129" y="0"/>
                  </a:lnTo>
                  <a:cubicBezTo>
                    <a:pt x="10658094" y="0"/>
                    <a:pt x="10740010" y="81915"/>
                    <a:pt x="10740010" y="182880"/>
                  </a:cubicBezTo>
                  <a:lnTo>
                    <a:pt x="10740010" y="2218563"/>
                  </a:lnTo>
                  <a:cubicBezTo>
                    <a:pt x="10740010" y="2319528"/>
                    <a:pt x="10658094" y="2401443"/>
                    <a:pt x="10557129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79141" y="4685852"/>
            <a:ext cx="8055026" cy="114300"/>
            <a:chOff x="0" y="0"/>
            <a:chExt cx="10740034" cy="152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740009" cy="152400"/>
            </a:xfrm>
            <a:custGeom>
              <a:avLst/>
              <a:gdLst/>
              <a:ahLst/>
              <a:cxnLst/>
              <a:rect l="l" t="t" r="r" b="b"/>
              <a:pathLst>
                <a:path w="10740009" h="152400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7939" y="0"/>
                  </a:lnTo>
                  <a:cubicBezTo>
                    <a:pt x="10716641" y="0"/>
                    <a:pt x="10740009" y="23368"/>
                    <a:pt x="10740009" y="52070"/>
                  </a:cubicBezTo>
                  <a:lnTo>
                    <a:pt x="10740009" y="100330"/>
                  </a:lnTo>
                  <a:cubicBezTo>
                    <a:pt x="10740009" y="129032"/>
                    <a:pt x="10716641" y="152400"/>
                    <a:pt x="10687939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4616129" y="4324055"/>
            <a:ext cx="780898" cy="780898"/>
            <a:chOff x="0" y="0"/>
            <a:chExt cx="1041197" cy="104119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4850387" y="4519317"/>
            <a:ext cx="312391" cy="390373"/>
            <a:chOff x="0" y="0"/>
            <a:chExt cx="416522" cy="52049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16520" cy="520502"/>
            </a:xfrm>
            <a:custGeom>
              <a:avLst/>
              <a:gdLst/>
              <a:ahLst/>
              <a:cxnLst/>
              <a:rect l="l" t="t" r="r" b="b"/>
              <a:pathLst>
                <a:path w="416520" h="520502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r="-110332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437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68016" y="5355727"/>
            <a:ext cx="3050086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Event Management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8016" y="5819184"/>
            <a:ext cx="7477277" cy="40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Event creation, registration, QR tickets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253690" y="4714427"/>
            <a:ext cx="8055178" cy="1801120"/>
            <a:chOff x="0" y="0"/>
            <a:chExt cx="10740238" cy="240149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740263" cy="2401443"/>
            </a:xfrm>
            <a:custGeom>
              <a:avLst/>
              <a:gdLst/>
              <a:ahLst/>
              <a:cxnLst/>
              <a:rect l="l" t="t" r="r" b="b"/>
              <a:pathLst>
                <a:path w="10740263" h="240144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383" y="0"/>
                  </a:lnTo>
                  <a:cubicBezTo>
                    <a:pt x="10658348" y="0"/>
                    <a:pt x="10740263" y="81915"/>
                    <a:pt x="10740263" y="182880"/>
                  </a:cubicBezTo>
                  <a:lnTo>
                    <a:pt x="10740263" y="2218563"/>
                  </a:lnTo>
                  <a:cubicBezTo>
                    <a:pt x="10740263" y="2319528"/>
                    <a:pt x="10658348" y="2401443"/>
                    <a:pt x="10557383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253690" y="4685852"/>
            <a:ext cx="8055178" cy="114300"/>
            <a:chOff x="0" y="0"/>
            <a:chExt cx="10740238" cy="152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740263" cy="152400"/>
            </a:xfrm>
            <a:custGeom>
              <a:avLst/>
              <a:gdLst/>
              <a:ahLst/>
              <a:cxnLst/>
              <a:rect l="l" t="t" r="r" b="b"/>
              <a:pathLst>
                <a:path w="10740263" h="152400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8193" y="0"/>
                  </a:lnTo>
                  <a:cubicBezTo>
                    <a:pt x="10716895" y="0"/>
                    <a:pt x="10740263" y="23368"/>
                    <a:pt x="10740263" y="52070"/>
                  </a:cubicBezTo>
                  <a:lnTo>
                    <a:pt x="10740263" y="100330"/>
                  </a:lnTo>
                  <a:cubicBezTo>
                    <a:pt x="10740263" y="129032"/>
                    <a:pt x="10716895" y="152400"/>
                    <a:pt x="10688193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2890821" y="4324055"/>
            <a:ext cx="780898" cy="780898"/>
            <a:chOff x="0" y="0"/>
            <a:chExt cx="1041197" cy="104119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3125079" y="4519317"/>
            <a:ext cx="312391" cy="390373"/>
            <a:chOff x="0" y="0"/>
            <a:chExt cx="416522" cy="52049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6520" cy="520502"/>
            </a:xfrm>
            <a:custGeom>
              <a:avLst/>
              <a:gdLst/>
              <a:ahLst/>
              <a:cxnLst/>
              <a:rect l="l" t="t" r="r" b="b"/>
              <a:pathLst>
                <a:path w="416520" h="520502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r="-11033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437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542564" y="5355727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Recruitment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542564" y="5819184"/>
            <a:ext cx="7477420" cy="40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Application forms, progress tracking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979141" y="7125443"/>
            <a:ext cx="8055026" cy="1801120"/>
            <a:chOff x="0" y="0"/>
            <a:chExt cx="10740034" cy="240149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740010" cy="2401443"/>
            </a:xfrm>
            <a:custGeom>
              <a:avLst/>
              <a:gdLst/>
              <a:ahLst/>
              <a:cxnLst/>
              <a:rect l="l" t="t" r="r" b="b"/>
              <a:pathLst>
                <a:path w="10740010" h="240144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129" y="0"/>
                  </a:lnTo>
                  <a:cubicBezTo>
                    <a:pt x="10658094" y="0"/>
                    <a:pt x="10740010" y="81915"/>
                    <a:pt x="10740010" y="182880"/>
                  </a:cubicBezTo>
                  <a:lnTo>
                    <a:pt x="10740010" y="2218563"/>
                  </a:lnTo>
                  <a:cubicBezTo>
                    <a:pt x="10740010" y="2319528"/>
                    <a:pt x="10658094" y="2401443"/>
                    <a:pt x="10557129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79141" y="7096868"/>
            <a:ext cx="8055026" cy="114300"/>
            <a:chOff x="0" y="0"/>
            <a:chExt cx="10740034" cy="1524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740009" cy="152400"/>
            </a:xfrm>
            <a:custGeom>
              <a:avLst/>
              <a:gdLst/>
              <a:ahLst/>
              <a:cxnLst/>
              <a:rect l="l" t="t" r="r" b="b"/>
              <a:pathLst>
                <a:path w="10740009" h="152400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7939" y="0"/>
                  </a:lnTo>
                  <a:cubicBezTo>
                    <a:pt x="10716641" y="0"/>
                    <a:pt x="10740009" y="23368"/>
                    <a:pt x="10740009" y="52070"/>
                  </a:cubicBezTo>
                  <a:lnTo>
                    <a:pt x="10740009" y="100330"/>
                  </a:lnTo>
                  <a:cubicBezTo>
                    <a:pt x="10740009" y="129032"/>
                    <a:pt x="10716641" y="152400"/>
                    <a:pt x="10687939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4616129" y="6735070"/>
            <a:ext cx="780898" cy="780898"/>
            <a:chOff x="0" y="0"/>
            <a:chExt cx="1041197" cy="1041197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4850387" y="6930333"/>
            <a:ext cx="312391" cy="390373"/>
            <a:chOff x="0" y="0"/>
            <a:chExt cx="416522" cy="520497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16520" cy="520502"/>
            </a:xfrm>
            <a:custGeom>
              <a:avLst/>
              <a:gdLst/>
              <a:ahLst/>
              <a:cxnLst/>
              <a:rect l="l" t="t" r="r" b="b"/>
              <a:pathLst>
                <a:path w="416520" h="520502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r="-11033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437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68016" y="7766742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Notifications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68016" y="8230191"/>
            <a:ext cx="7477277" cy="40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updates and alerts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253690" y="7125443"/>
            <a:ext cx="8055178" cy="1801120"/>
            <a:chOff x="0" y="0"/>
            <a:chExt cx="10740238" cy="240149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740263" cy="2401443"/>
            </a:xfrm>
            <a:custGeom>
              <a:avLst/>
              <a:gdLst/>
              <a:ahLst/>
              <a:cxnLst/>
              <a:rect l="l" t="t" r="r" b="b"/>
              <a:pathLst>
                <a:path w="10740263" h="240144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383" y="0"/>
                  </a:lnTo>
                  <a:cubicBezTo>
                    <a:pt x="10658348" y="0"/>
                    <a:pt x="10740263" y="81915"/>
                    <a:pt x="10740263" y="182880"/>
                  </a:cubicBezTo>
                  <a:lnTo>
                    <a:pt x="10740263" y="2218563"/>
                  </a:lnTo>
                  <a:cubicBezTo>
                    <a:pt x="10740263" y="2319528"/>
                    <a:pt x="10658348" y="2401443"/>
                    <a:pt x="10557383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9253690" y="7096868"/>
            <a:ext cx="8055178" cy="114300"/>
            <a:chOff x="0" y="0"/>
            <a:chExt cx="10740238" cy="152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740263" cy="152400"/>
            </a:xfrm>
            <a:custGeom>
              <a:avLst/>
              <a:gdLst/>
              <a:ahLst/>
              <a:cxnLst/>
              <a:rect l="l" t="t" r="r" b="b"/>
              <a:pathLst>
                <a:path w="10740263" h="152400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8193" y="0"/>
                  </a:lnTo>
                  <a:cubicBezTo>
                    <a:pt x="10716895" y="0"/>
                    <a:pt x="10740263" y="23368"/>
                    <a:pt x="10740263" y="52070"/>
                  </a:cubicBezTo>
                  <a:lnTo>
                    <a:pt x="10740263" y="100330"/>
                  </a:lnTo>
                  <a:cubicBezTo>
                    <a:pt x="10740263" y="129032"/>
                    <a:pt x="10716895" y="152400"/>
                    <a:pt x="10688193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2890821" y="6735070"/>
            <a:ext cx="780898" cy="780898"/>
            <a:chOff x="0" y="0"/>
            <a:chExt cx="1041197" cy="1041197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41146" cy="1041146"/>
            </a:xfrm>
            <a:custGeom>
              <a:avLst/>
              <a:gdLst/>
              <a:ahLst/>
              <a:cxnLst/>
              <a:rect l="l" t="t" r="r" b="b"/>
              <a:pathLst>
                <a:path w="1041146" h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3125079" y="6930333"/>
            <a:ext cx="312391" cy="390373"/>
            <a:chOff x="0" y="0"/>
            <a:chExt cx="416522" cy="52049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16520" cy="520502"/>
            </a:xfrm>
            <a:custGeom>
              <a:avLst/>
              <a:gdLst/>
              <a:ahLst/>
              <a:cxnLst/>
              <a:rect l="l" t="t" r="r" b="b"/>
              <a:pathLst>
                <a:path w="416520" h="520502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r="-110332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437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542564" y="7766742"/>
            <a:ext cx="2958255" cy="37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Chat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542564" y="8230191"/>
            <a:ext cx="7477420" cy="40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Intelligent assistant interface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79141" y="9125988"/>
            <a:ext cx="16329717" cy="42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Organized under /api/v1/ endpoints for version control and scalability.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54191" y="777030"/>
            <a:ext cx="6549476" cy="8732787"/>
            <a:chOff x="0" y="0"/>
            <a:chExt cx="8732634" cy="1164371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732647" cy="11643741"/>
            </a:xfrm>
            <a:custGeom>
              <a:avLst/>
              <a:gdLst/>
              <a:ahLst/>
              <a:cxnLst/>
              <a:rect l="l" t="t" r="r" b="b"/>
              <a:pathLst>
                <a:path w="8732647" h="11643741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937744" y="1489024"/>
            <a:ext cx="7012191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Overview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937773" y="2856881"/>
            <a:ext cx="4480922" cy="2628452"/>
            <a:chOff x="0" y="0"/>
            <a:chExt cx="5974563" cy="35046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74588" cy="3504565"/>
            </a:xfrm>
            <a:custGeom>
              <a:avLst/>
              <a:gdLst/>
              <a:ahLst/>
              <a:cxnLst/>
              <a:rect l="l" t="t" r="r" b="b"/>
              <a:pathLst>
                <a:path w="5974588" h="3504565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5912866" y="0"/>
                  </a:lnTo>
                  <a:cubicBezTo>
                    <a:pt x="5946902" y="0"/>
                    <a:pt x="5974588" y="27686"/>
                    <a:pt x="5974588" y="61722"/>
                  </a:cubicBezTo>
                  <a:lnTo>
                    <a:pt x="5974588" y="3442843"/>
                  </a:lnTo>
                  <a:cubicBezTo>
                    <a:pt x="5974588" y="3476879"/>
                    <a:pt x="5946902" y="3504565"/>
                    <a:pt x="5912866" y="3504565"/>
                  </a:cubicBezTo>
                  <a:lnTo>
                    <a:pt x="61722" y="3504565"/>
                  </a:lnTo>
                  <a:cubicBezTo>
                    <a:pt x="27686" y="3504565"/>
                    <a:pt x="0" y="3476879"/>
                    <a:pt x="0" y="3442843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8249686" y="2956000"/>
            <a:ext cx="3756574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Excellence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46269" y="3712521"/>
            <a:ext cx="3863873" cy="1360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dirty="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Fast, user-friendly interface with Next.js, Tailwind CSS, and optimized rendering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727191" y="2856909"/>
            <a:ext cx="4481065" cy="2628452"/>
            <a:chOff x="0" y="0"/>
            <a:chExt cx="5974753" cy="350460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974715" cy="3504565"/>
            </a:xfrm>
            <a:custGeom>
              <a:avLst/>
              <a:gdLst/>
              <a:ahLst/>
              <a:cxnLst/>
              <a:rect l="l" t="t" r="r" b="b"/>
              <a:pathLst>
                <a:path w="5974715" h="3504565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5912993" y="0"/>
                  </a:lnTo>
                  <a:cubicBezTo>
                    <a:pt x="5947029" y="0"/>
                    <a:pt x="5974715" y="27686"/>
                    <a:pt x="5974715" y="61722"/>
                  </a:cubicBezTo>
                  <a:lnTo>
                    <a:pt x="5974715" y="3442843"/>
                  </a:lnTo>
                  <a:cubicBezTo>
                    <a:pt x="5974715" y="3476879"/>
                    <a:pt x="5947029" y="3504565"/>
                    <a:pt x="5912993" y="3504565"/>
                  </a:cubicBezTo>
                  <a:lnTo>
                    <a:pt x="61722" y="3504565"/>
                  </a:lnTo>
                  <a:cubicBezTo>
                    <a:pt x="27686" y="3504565"/>
                    <a:pt x="0" y="3476879"/>
                    <a:pt x="0" y="3442843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3035705" y="3146374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Power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35705" y="3712521"/>
            <a:ext cx="3864026" cy="146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Secure, scalable architecture with Express.js, TypeScript, and PostgreSQL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937744" y="5689182"/>
            <a:ext cx="9270502" cy="1703041"/>
            <a:chOff x="0" y="0"/>
            <a:chExt cx="12360669" cy="227072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360656" cy="2270760"/>
            </a:xfrm>
            <a:custGeom>
              <a:avLst/>
              <a:gdLst/>
              <a:ahLst/>
              <a:cxnLst/>
              <a:rect l="l" t="t" r="r" b="b"/>
              <a:pathLst>
                <a:path w="12360656" h="2270760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2298934" y="0"/>
                  </a:lnTo>
                  <a:cubicBezTo>
                    <a:pt x="12332970" y="0"/>
                    <a:pt x="12360656" y="27686"/>
                    <a:pt x="12360656" y="61722"/>
                  </a:cubicBezTo>
                  <a:lnTo>
                    <a:pt x="12360656" y="2209038"/>
                  </a:lnTo>
                  <a:cubicBezTo>
                    <a:pt x="12360656" y="2243074"/>
                    <a:pt x="12332970" y="2270760"/>
                    <a:pt x="12298934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8262938" y="5883593"/>
            <a:ext cx="3875037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Seamless Integration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46269" y="6853346"/>
            <a:ext cx="8653462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dirty="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Secure REST API communication with role-based access control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37744" y="7767790"/>
            <a:ext cx="9270502" cy="10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dirty="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 production-ready platform combining speed, security, and scalability for campus club management.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043951" y="793375"/>
            <a:ext cx="14240437" cy="8579225"/>
            <a:chOff x="0" y="0"/>
            <a:chExt cx="18987249" cy="114389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987263" cy="11439017"/>
            </a:xfrm>
            <a:custGeom>
              <a:avLst/>
              <a:gdLst/>
              <a:ahLst/>
              <a:cxnLst/>
              <a:rect l="l" t="t" r="r" b="b"/>
              <a:pathLst>
                <a:path w="18987263" h="11439017">
                  <a:moveTo>
                    <a:pt x="0" y="0"/>
                  </a:moveTo>
                  <a:lnTo>
                    <a:pt x="18987263" y="0"/>
                  </a:lnTo>
                  <a:lnTo>
                    <a:pt x="18987263" y="11439017"/>
                  </a:lnTo>
                  <a:lnTo>
                    <a:pt x="0" y="11439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5944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94326" y="753037"/>
            <a:ext cx="14657289" cy="8673351"/>
            <a:chOff x="0" y="0"/>
            <a:chExt cx="19543052" cy="115644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43013" cy="11564493"/>
            </a:xfrm>
            <a:custGeom>
              <a:avLst/>
              <a:gdLst/>
              <a:ahLst/>
              <a:cxnLst/>
              <a:rect l="l" t="t" r="r" b="b"/>
              <a:pathLst>
                <a:path w="19543013" h="11564493">
                  <a:moveTo>
                    <a:pt x="0" y="0"/>
                  </a:moveTo>
                  <a:lnTo>
                    <a:pt x="19543013" y="0"/>
                  </a:lnTo>
                  <a:lnTo>
                    <a:pt x="19543013" y="11564493"/>
                  </a:lnTo>
                  <a:lnTo>
                    <a:pt x="0" y="11564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2604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541489" y="806825"/>
            <a:ext cx="13191563" cy="8296837"/>
            <a:chOff x="0" y="0"/>
            <a:chExt cx="17588751" cy="110624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88737" cy="11062462"/>
            </a:xfrm>
            <a:custGeom>
              <a:avLst/>
              <a:gdLst/>
              <a:ahLst/>
              <a:cxnLst/>
              <a:rect l="l" t="t" r="r" b="b"/>
              <a:pathLst>
                <a:path w="17588737" h="11062462">
                  <a:moveTo>
                    <a:pt x="0" y="0"/>
                  </a:moveTo>
                  <a:lnTo>
                    <a:pt x="17588737" y="0"/>
                  </a:lnTo>
                  <a:lnTo>
                    <a:pt x="17588737" y="11062462"/>
                  </a:lnTo>
                  <a:lnTo>
                    <a:pt x="0" y="11062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6497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707775" y="672351"/>
            <a:ext cx="14737975" cy="8754037"/>
            <a:chOff x="0" y="0"/>
            <a:chExt cx="19650634" cy="11672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50583" cy="11672062"/>
            </a:xfrm>
            <a:custGeom>
              <a:avLst/>
              <a:gdLst/>
              <a:ahLst/>
              <a:cxnLst/>
              <a:rect l="l" t="t" r="r" b="b"/>
              <a:pathLst>
                <a:path w="19650583" h="11672062">
                  <a:moveTo>
                    <a:pt x="0" y="0"/>
                  </a:moveTo>
                  <a:lnTo>
                    <a:pt x="19650583" y="0"/>
                  </a:lnTo>
                  <a:lnTo>
                    <a:pt x="19650583" y="11672062"/>
                  </a:lnTo>
                  <a:lnTo>
                    <a:pt x="0" y="1167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9633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86751" y="416862"/>
            <a:ext cx="15074151" cy="9009526"/>
            <a:chOff x="0" y="0"/>
            <a:chExt cx="20098868" cy="120127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098893" cy="12012676"/>
            </a:xfrm>
            <a:custGeom>
              <a:avLst/>
              <a:gdLst/>
              <a:ahLst/>
              <a:cxnLst/>
              <a:rect l="l" t="t" r="r" b="b"/>
              <a:pathLst>
                <a:path w="20098893" h="12012676">
                  <a:moveTo>
                    <a:pt x="0" y="0"/>
                  </a:moveTo>
                  <a:lnTo>
                    <a:pt x="20098893" y="0"/>
                  </a:lnTo>
                  <a:lnTo>
                    <a:pt x="20098893" y="12012676"/>
                  </a:lnTo>
                  <a:lnTo>
                    <a:pt x="0" y="1201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0292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79175" y="914400"/>
            <a:ext cx="14832111" cy="7933763"/>
            <a:chOff x="0" y="0"/>
            <a:chExt cx="19776148" cy="105783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76187" cy="10578338"/>
            </a:xfrm>
            <a:custGeom>
              <a:avLst/>
              <a:gdLst/>
              <a:ahLst/>
              <a:cxnLst/>
              <a:rect l="l" t="t" r="r" b="b"/>
              <a:pathLst>
                <a:path w="19776187" h="10578338">
                  <a:moveTo>
                    <a:pt x="0" y="0"/>
                  </a:moveTo>
                  <a:lnTo>
                    <a:pt x="19776187" y="0"/>
                  </a:lnTo>
                  <a:lnTo>
                    <a:pt x="19776187" y="10578338"/>
                  </a:lnTo>
                  <a:lnTo>
                    <a:pt x="0" y="10578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5200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456</Words>
  <Application>Microsoft Office PowerPoint</Application>
  <PresentationFormat>Custom</PresentationFormat>
  <Paragraphs>125</Paragraphs>
  <Slides>28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Montserrat Bold</vt:lpstr>
      <vt:lpstr>Source Sans 3 Bold</vt:lpstr>
      <vt:lpstr>Arial</vt:lpstr>
      <vt:lpstr>Source Sans 3</vt:lpstr>
      <vt:lpstr>Montserrat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299finalppt.pptx</dc:title>
  <dc:creator>607.36.IP181</dc:creator>
  <cp:lastModifiedBy>607.36.IP181</cp:lastModifiedBy>
  <cp:revision>2</cp:revision>
  <dcterms:created xsi:type="dcterms:W3CDTF">2006-08-16T00:00:00Z</dcterms:created>
  <dcterms:modified xsi:type="dcterms:W3CDTF">2026-05-04T04:04:02Z</dcterms:modified>
  <dc:identifier>DAHIpYgd86w</dc:identifier>
</cp:coreProperties>
</file>