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Roboto Condensed" charset="1" panose="02000000000000000000"/>
      <p:regular r:id="rId20"/>
    </p:embeddedFont>
    <p:embeddedFont>
      <p:font typeface="Roboto Condensed Bold" charset="1" panose="02000000000000000000"/>
      <p:regular r:id="rId21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539433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NSU CLUBHUB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557865"/>
            <a:ext cx="551794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PROGRESS REPORT UPDATE 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368823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centralized club management &amp; engagement portal for North South University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141396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Development Team: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M.A. Rahman Junaid, Shabab Alam Pean, Mohammad Safayet Hossain Alif, Syed Mohim Rahman Preo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00878"/>
            <a:ext cx="7801566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811038"/>
            <a:ext cx="5245446" cy="4117924"/>
            <a:chOff x="0" y="0"/>
            <a:chExt cx="6993928" cy="54905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94017" cy="5490718"/>
            </a:xfrm>
            <a:custGeom>
              <a:avLst/>
              <a:gdLst/>
              <a:ahLst/>
              <a:cxnLst/>
              <a:rect r="r" b="b" t="t" l="l"/>
              <a:pathLst>
                <a:path h="5490718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5433949"/>
                  </a:lnTo>
                  <a:cubicBezTo>
                    <a:pt x="6994017" y="5465318"/>
                    <a:pt x="6968617" y="5490718"/>
                    <a:pt x="6937248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5759" y="4094559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09712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659" r="0" b="-365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5190534"/>
            <a:ext cx="46784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CENTRALIZED PLATFORM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6189316"/>
            <a:ext cx="467841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Students discover clubs, track recruitment, stay updated on campus events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3811038"/>
            <a:ext cx="5245446" cy="4117924"/>
            <a:chOff x="0" y="0"/>
            <a:chExt cx="6993928" cy="54905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4017" cy="5490718"/>
            </a:xfrm>
            <a:custGeom>
              <a:avLst/>
              <a:gdLst/>
              <a:ahLst/>
              <a:cxnLst/>
              <a:rect r="r" b="b" t="t" l="l"/>
              <a:pathLst>
                <a:path h="5490718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5433949"/>
                  </a:lnTo>
                  <a:cubicBezTo>
                    <a:pt x="6994017" y="5465318"/>
                    <a:pt x="6968617" y="5490718"/>
                    <a:pt x="6937248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04717" y="4094559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7038680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098" t="0" r="-609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804717" y="5190534"/>
            <a:ext cx="46784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FULL-STACK TRANSITION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4717" y="6189316"/>
            <a:ext cx="467841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Update 5 completes backend API development phase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50163" y="3811038"/>
            <a:ext cx="5245446" cy="4117924"/>
            <a:chOff x="0" y="0"/>
            <a:chExt cx="6993928" cy="54905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94017" cy="5490718"/>
            </a:xfrm>
            <a:custGeom>
              <a:avLst/>
              <a:gdLst/>
              <a:ahLst/>
              <a:cxnLst/>
              <a:rect r="r" b="b" t="t" l="l"/>
              <a:pathLst>
                <a:path h="5490718" w="699401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37248" y="0"/>
                  </a:lnTo>
                  <a:cubicBezTo>
                    <a:pt x="6968617" y="0"/>
                    <a:pt x="6994017" y="25400"/>
                    <a:pt x="6994017" y="56769"/>
                  </a:cubicBezTo>
                  <a:lnTo>
                    <a:pt x="6994017" y="5433949"/>
                  </a:lnTo>
                  <a:cubicBezTo>
                    <a:pt x="6994017" y="5465318"/>
                    <a:pt x="6968617" y="5490718"/>
                    <a:pt x="6937248" y="5490718"/>
                  </a:cubicBezTo>
                  <a:lnTo>
                    <a:pt x="56769" y="5490718"/>
                  </a:lnTo>
                  <a:cubicBezTo>
                    <a:pt x="25400" y="5490718"/>
                    <a:pt x="0" y="5465318"/>
                    <a:pt x="0" y="5433949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33684" y="4094559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567647" y="432837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316" r="0" b="-731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333684" y="5190534"/>
            <a:ext cx="410855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DYNAMIC DATA FLOW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3684" y="5746404"/>
            <a:ext cx="46784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Mock data replaced with live API calls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820295"/>
            <a:ext cx="9991573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BACKEND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434040"/>
            <a:ext cx="394737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103314"/>
            <a:ext cx="7805890" cy="22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Node.js &amp; Express.js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Modular route-based design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Server: port 3001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CORS enabled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397" y="4434040"/>
            <a:ext cx="405720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SECURITY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397" y="5103314"/>
            <a:ext cx="7805890" cy="16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JWT middleware protection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Role-based authorization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Separate controllers for each module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1544" y="1192263"/>
            <a:ext cx="6901015" cy="87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DATABASE SCHEMA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1544" y="2494359"/>
            <a:ext cx="16444912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9 interconnected models using Prisma 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1544" y="3166024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1544" y="3661019"/>
            <a:ext cx="5318674" cy="28575"/>
            <a:chOff x="0" y="0"/>
            <a:chExt cx="7091566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21544" y="3830688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1544" y="4340866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Accounts with email, password, student ID, role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4591" y="3166024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84591" y="3661019"/>
            <a:ext cx="5318674" cy="28575"/>
            <a:chOff x="0" y="0"/>
            <a:chExt cx="7091566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84591" y="3830688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CLUB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84591" y="4340866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Name, description, category, logo, cover image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47639" y="3166024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47639" y="3661019"/>
            <a:ext cx="5318674" cy="28575"/>
            <a:chOff x="0" y="0"/>
            <a:chExt cx="7091566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47639" y="3830688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CLUBMEMBER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47639" y="4340866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Membership with role tracking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1544" y="5179219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1544" y="5674223"/>
            <a:ext cx="5318674" cy="28575"/>
            <a:chOff x="0" y="0"/>
            <a:chExt cx="7091566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1544" y="5843883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EVENT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1544" y="6354070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Title, description, dates, venue, approval workflow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84591" y="5179219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484591" y="5674223"/>
            <a:ext cx="5318674" cy="28575"/>
            <a:chOff x="0" y="0"/>
            <a:chExt cx="7091566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484591" y="5843883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RSVP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84591" y="6354070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Event attendance tracking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47639" y="5179219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47639" y="5674223"/>
            <a:ext cx="5318674" cy="28575"/>
            <a:chOff x="0" y="0"/>
            <a:chExt cx="7091566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047639" y="5843883"/>
            <a:ext cx="3795712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RECRUITMENTCYCLE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47639" y="6354070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Recruitment with slot limits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1544" y="7192413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07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1544" y="7687418"/>
            <a:ext cx="5318674" cy="28575"/>
            <a:chOff x="0" y="0"/>
            <a:chExt cx="7091566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21544" y="7857087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APPLICATION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1544" y="8367265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Position and status tracking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84591" y="7192413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08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84591" y="7687418"/>
            <a:ext cx="5318674" cy="28575"/>
            <a:chOff x="0" y="0"/>
            <a:chExt cx="7091566" cy="38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484591" y="7857087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ANNOUNCEMENT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484591" y="8367265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Platform-wide notices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47639" y="7192413"/>
            <a:ext cx="263281" cy="40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09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047639" y="7687418"/>
            <a:ext cx="5318674" cy="28575"/>
            <a:chOff x="0" y="0"/>
            <a:chExt cx="7091566" cy="38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91553" cy="38100"/>
            </a:xfrm>
            <a:custGeom>
              <a:avLst/>
              <a:gdLst/>
              <a:ahLst/>
              <a:cxnLst/>
              <a:rect r="r" b="b" t="t" l="l"/>
              <a:pathLst>
                <a:path h="38100" w="7091553">
                  <a:moveTo>
                    <a:pt x="0" y="0"/>
                  </a:moveTo>
                  <a:lnTo>
                    <a:pt x="7091553" y="0"/>
                  </a:lnTo>
                  <a:lnTo>
                    <a:pt x="70915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047639" y="7857087"/>
            <a:ext cx="3291183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NOTIFICATION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047639" y="8367265"/>
            <a:ext cx="5318674" cy="47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alerts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99690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API ENDPOINTS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56309"/>
            <a:ext cx="7974511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25+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0521" y="4003177"/>
            <a:ext cx="405794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RESTFUL ENDPOINTS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59056"/>
            <a:ext cx="797451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 CRUD operations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1108" y="2856309"/>
            <a:ext cx="7974654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70279" y="4003177"/>
            <a:ext cx="447630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MODULE CONTROLLERS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4559056"/>
            <a:ext cx="797465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Auth, clubs, events, recruitment, announcements, users, dashboard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3188" y="5407819"/>
            <a:ext cx="5283546" cy="1747990"/>
            <a:chOff x="0" y="0"/>
            <a:chExt cx="7044728" cy="2330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6993890" cy="2279777"/>
            </a:xfrm>
            <a:custGeom>
              <a:avLst/>
              <a:gdLst/>
              <a:ahLst/>
              <a:cxnLst/>
              <a:rect r="r" b="b" t="t" l="l"/>
              <a:pathLst>
                <a:path h="2279777" w="6993890">
                  <a:moveTo>
                    <a:pt x="0" y="56642"/>
                  </a:moveTo>
                  <a:cubicBezTo>
                    <a:pt x="0" y="25400"/>
                    <a:pt x="25781" y="0"/>
                    <a:pt x="57531" y="0"/>
                  </a:cubicBezTo>
                  <a:lnTo>
                    <a:pt x="6936359" y="0"/>
                  </a:lnTo>
                  <a:cubicBezTo>
                    <a:pt x="6968109" y="0"/>
                    <a:pt x="6993890" y="25400"/>
                    <a:pt x="6993890" y="56642"/>
                  </a:cubicBezTo>
                  <a:lnTo>
                    <a:pt x="6993890" y="2223135"/>
                  </a:lnTo>
                  <a:cubicBezTo>
                    <a:pt x="6993890" y="2254504"/>
                    <a:pt x="6968109" y="2279777"/>
                    <a:pt x="6936359" y="2279777"/>
                  </a:cubicBezTo>
                  <a:lnTo>
                    <a:pt x="57531" y="2279777"/>
                  </a:lnTo>
                  <a:cubicBezTo>
                    <a:pt x="25781" y="2279777"/>
                    <a:pt x="0" y="2254377"/>
                    <a:pt x="0" y="2223135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4690" cy="2330577"/>
            </a:xfrm>
            <a:custGeom>
              <a:avLst/>
              <a:gdLst/>
              <a:ahLst/>
              <a:cxnLst/>
              <a:rect r="r" b="b" t="t" l="l"/>
              <a:pathLst>
                <a:path h="2330577" w="7044690">
                  <a:moveTo>
                    <a:pt x="0" y="82042"/>
                  </a:moveTo>
                  <a:cubicBezTo>
                    <a:pt x="0" y="36449"/>
                    <a:pt x="37465" y="0"/>
                    <a:pt x="82931" y="0"/>
                  </a:cubicBezTo>
                  <a:lnTo>
                    <a:pt x="6961759" y="0"/>
                  </a:lnTo>
                  <a:lnTo>
                    <a:pt x="6961759" y="25400"/>
                  </a:lnTo>
                  <a:lnTo>
                    <a:pt x="6961759" y="0"/>
                  </a:lnTo>
                  <a:cubicBezTo>
                    <a:pt x="7007225" y="0"/>
                    <a:pt x="7044690" y="36449"/>
                    <a:pt x="7044690" y="82042"/>
                  </a:cubicBezTo>
                  <a:lnTo>
                    <a:pt x="7019290" y="82042"/>
                  </a:lnTo>
                  <a:lnTo>
                    <a:pt x="7044690" y="82042"/>
                  </a:lnTo>
                  <a:lnTo>
                    <a:pt x="7044690" y="2248535"/>
                  </a:lnTo>
                  <a:lnTo>
                    <a:pt x="7019290" y="2248535"/>
                  </a:lnTo>
                  <a:lnTo>
                    <a:pt x="7044690" y="2248535"/>
                  </a:lnTo>
                  <a:cubicBezTo>
                    <a:pt x="7044690" y="2294255"/>
                    <a:pt x="7007225" y="2330577"/>
                    <a:pt x="6961759" y="2330577"/>
                  </a:cubicBezTo>
                  <a:lnTo>
                    <a:pt x="6961759" y="2305177"/>
                  </a:lnTo>
                  <a:lnTo>
                    <a:pt x="6961759" y="2330577"/>
                  </a:lnTo>
                  <a:lnTo>
                    <a:pt x="82931" y="2330577"/>
                  </a:lnTo>
                  <a:lnTo>
                    <a:pt x="82931" y="2305177"/>
                  </a:lnTo>
                  <a:lnTo>
                    <a:pt x="82931" y="2330577"/>
                  </a:lnTo>
                  <a:cubicBezTo>
                    <a:pt x="37465" y="2330577"/>
                    <a:pt x="0" y="2294128"/>
                    <a:pt x="0" y="2248535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2248535"/>
                  </a:lnTo>
                  <a:lnTo>
                    <a:pt x="25400" y="2248535"/>
                  </a:lnTo>
                  <a:lnTo>
                    <a:pt x="50800" y="2248535"/>
                  </a:lnTo>
                  <a:cubicBezTo>
                    <a:pt x="50800" y="2265426"/>
                    <a:pt x="64897" y="2279777"/>
                    <a:pt x="82931" y="2279777"/>
                  </a:cubicBezTo>
                  <a:lnTo>
                    <a:pt x="6961759" y="2279777"/>
                  </a:lnTo>
                  <a:cubicBezTo>
                    <a:pt x="6979920" y="2279777"/>
                    <a:pt x="6993890" y="2265426"/>
                    <a:pt x="6993890" y="2248535"/>
                  </a:cubicBezTo>
                  <a:lnTo>
                    <a:pt x="6993890" y="82042"/>
                  </a:lnTo>
                  <a:cubicBezTo>
                    <a:pt x="6993890" y="65151"/>
                    <a:pt x="6979793" y="50800"/>
                    <a:pt x="6961759" y="50800"/>
                  </a:cubicBezTo>
                  <a:lnTo>
                    <a:pt x="82931" y="50800"/>
                  </a:lnTo>
                  <a:lnTo>
                    <a:pt x="82931" y="25400"/>
                  </a:lnTo>
                  <a:lnTo>
                    <a:pt x="82931" y="50800"/>
                  </a:lnTo>
                  <a:cubicBezTo>
                    <a:pt x="64897" y="50800"/>
                    <a:pt x="50800" y="65151"/>
                    <a:pt x="50800" y="82042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13859" y="571039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AUTH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859" y="6266259"/>
            <a:ext cx="46022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Register, login endpoints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02156" y="5407819"/>
            <a:ext cx="5283546" cy="1747990"/>
            <a:chOff x="0" y="0"/>
            <a:chExt cx="7044728" cy="23306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6993890" cy="2279777"/>
            </a:xfrm>
            <a:custGeom>
              <a:avLst/>
              <a:gdLst/>
              <a:ahLst/>
              <a:cxnLst/>
              <a:rect r="r" b="b" t="t" l="l"/>
              <a:pathLst>
                <a:path h="2279777" w="6993890">
                  <a:moveTo>
                    <a:pt x="0" y="56642"/>
                  </a:moveTo>
                  <a:cubicBezTo>
                    <a:pt x="0" y="25400"/>
                    <a:pt x="25781" y="0"/>
                    <a:pt x="57531" y="0"/>
                  </a:cubicBezTo>
                  <a:lnTo>
                    <a:pt x="6936359" y="0"/>
                  </a:lnTo>
                  <a:cubicBezTo>
                    <a:pt x="6968109" y="0"/>
                    <a:pt x="6993890" y="25400"/>
                    <a:pt x="6993890" y="56642"/>
                  </a:cubicBezTo>
                  <a:lnTo>
                    <a:pt x="6993890" y="2223135"/>
                  </a:lnTo>
                  <a:cubicBezTo>
                    <a:pt x="6993890" y="2254504"/>
                    <a:pt x="6968109" y="2279777"/>
                    <a:pt x="6936359" y="2279777"/>
                  </a:cubicBezTo>
                  <a:lnTo>
                    <a:pt x="57531" y="2279777"/>
                  </a:lnTo>
                  <a:cubicBezTo>
                    <a:pt x="25781" y="2279777"/>
                    <a:pt x="0" y="2254377"/>
                    <a:pt x="0" y="2223135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4690" cy="2330577"/>
            </a:xfrm>
            <a:custGeom>
              <a:avLst/>
              <a:gdLst/>
              <a:ahLst/>
              <a:cxnLst/>
              <a:rect r="r" b="b" t="t" l="l"/>
              <a:pathLst>
                <a:path h="2330577" w="7044690">
                  <a:moveTo>
                    <a:pt x="0" y="82042"/>
                  </a:moveTo>
                  <a:cubicBezTo>
                    <a:pt x="0" y="36449"/>
                    <a:pt x="37465" y="0"/>
                    <a:pt x="82931" y="0"/>
                  </a:cubicBezTo>
                  <a:lnTo>
                    <a:pt x="6961759" y="0"/>
                  </a:lnTo>
                  <a:lnTo>
                    <a:pt x="6961759" y="25400"/>
                  </a:lnTo>
                  <a:lnTo>
                    <a:pt x="6961759" y="0"/>
                  </a:lnTo>
                  <a:cubicBezTo>
                    <a:pt x="7007225" y="0"/>
                    <a:pt x="7044690" y="36449"/>
                    <a:pt x="7044690" y="82042"/>
                  </a:cubicBezTo>
                  <a:lnTo>
                    <a:pt x="7019290" y="82042"/>
                  </a:lnTo>
                  <a:lnTo>
                    <a:pt x="7044690" y="82042"/>
                  </a:lnTo>
                  <a:lnTo>
                    <a:pt x="7044690" y="2248535"/>
                  </a:lnTo>
                  <a:lnTo>
                    <a:pt x="7019290" y="2248535"/>
                  </a:lnTo>
                  <a:lnTo>
                    <a:pt x="7044690" y="2248535"/>
                  </a:lnTo>
                  <a:cubicBezTo>
                    <a:pt x="7044690" y="2294255"/>
                    <a:pt x="7007225" y="2330577"/>
                    <a:pt x="6961759" y="2330577"/>
                  </a:cubicBezTo>
                  <a:lnTo>
                    <a:pt x="6961759" y="2305177"/>
                  </a:lnTo>
                  <a:lnTo>
                    <a:pt x="6961759" y="2330577"/>
                  </a:lnTo>
                  <a:lnTo>
                    <a:pt x="82931" y="2330577"/>
                  </a:lnTo>
                  <a:lnTo>
                    <a:pt x="82931" y="2305177"/>
                  </a:lnTo>
                  <a:lnTo>
                    <a:pt x="82931" y="2330577"/>
                  </a:lnTo>
                  <a:cubicBezTo>
                    <a:pt x="37465" y="2330577"/>
                    <a:pt x="0" y="2294128"/>
                    <a:pt x="0" y="2248535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2248535"/>
                  </a:lnTo>
                  <a:lnTo>
                    <a:pt x="25400" y="2248535"/>
                  </a:lnTo>
                  <a:lnTo>
                    <a:pt x="50800" y="2248535"/>
                  </a:lnTo>
                  <a:cubicBezTo>
                    <a:pt x="50800" y="2265426"/>
                    <a:pt x="64897" y="2279777"/>
                    <a:pt x="82931" y="2279777"/>
                  </a:cubicBezTo>
                  <a:lnTo>
                    <a:pt x="6961759" y="2279777"/>
                  </a:lnTo>
                  <a:cubicBezTo>
                    <a:pt x="6979920" y="2279777"/>
                    <a:pt x="6993890" y="2265426"/>
                    <a:pt x="6993890" y="2248535"/>
                  </a:cubicBezTo>
                  <a:lnTo>
                    <a:pt x="6993890" y="82042"/>
                  </a:lnTo>
                  <a:cubicBezTo>
                    <a:pt x="6993890" y="65151"/>
                    <a:pt x="6979793" y="50800"/>
                    <a:pt x="6961759" y="50800"/>
                  </a:cubicBezTo>
                  <a:lnTo>
                    <a:pt x="82931" y="50800"/>
                  </a:lnTo>
                  <a:lnTo>
                    <a:pt x="82931" y="25400"/>
                  </a:lnTo>
                  <a:lnTo>
                    <a:pt x="82931" y="50800"/>
                  </a:lnTo>
                  <a:cubicBezTo>
                    <a:pt x="64897" y="50800"/>
                    <a:pt x="50800" y="65151"/>
                    <a:pt x="50800" y="82042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42817" y="571039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CLUBS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42817" y="6266259"/>
            <a:ext cx="46022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CRUD with filters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31113" y="5407819"/>
            <a:ext cx="5283546" cy="1747990"/>
            <a:chOff x="0" y="0"/>
            <a:chExt cx="7044728" cy="23306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6993890" cy="2279777"/>
            </a:xfrm>
            <a:custGeom>
              <a:avLst/>
              <a:gdLst/>
              <a:ahLst/>
              <a:cxnLst/>
              <a:rect r="r" b="b" t="t" l="l"/>
              <a:pathLst>
                <a:path h="2279777" w="6993890">
                  <a:moveTo>
                    <a:pt x="0" y="56642"/>
                  </a:moveTo>
                  <a:cubicBezTo>
                    <a:pt x="0" y="25400"/>
                    <a:pt x="25781" y="0"/>
                    <a:pt x="57531" y="0"/>
                  </a:cubicBezTo>
                  <a:lnTo>
                    <a:pt x="6936359" y="0"/>
                  </a:lnTo>
                  <a:cubicBezTo>
                    <a:pt x="6968109" y="0"/>
                    <a:pt x="6993890" y="25400"/>
                    <a:pt x="6993890" y="56642"/>
                  </a:cubicBezTo>
                  <a:lnTo>
                    <a:pt x="6993890" y="2223135"/>
                  </a:lnTo>
                  <a:cubicBezTo>
                    <a:pt x="6993890" y="2254504"/>
                    <a:pt x="6968109" y="2279777"/>
                    <a:pt x="6936359" y="2279777"/>
                  </a:cubicBezTo>
                  <a:lnTo>
                    <a:pt x="57531" y="2279777"/>
                  </a:lnTo>
                  <a:cubicBezTo>
                    <a:pt x="25781" y="2279777"/>
                    <a:pt x="0" y="2254377"/>
                    <a:pt x="0" y="2223135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4690" cy="2330577"/>
            </a:xfrm>
            <a:custGeom>
              <a:avLst/>
              <a:gdLst/>
              <a:ahLst/>
              <a:cxnLst/>
              <a:rect r="r" b="b" t="t" l="l"/>
              <a:pathLst>
                <a:path h="2330577" w="7044690">
                  <a:moveTo>
                    <a:pt x="0" y="82042"/>
                  </a:moveTo>
                  <a:cubicBezTo>
                    <a:pt x="0" y="36449"/>
                    <a:pt x="37465" y="0"/>
                    <a:pt x="82931" y="0"/>
                  </a:cubicBezTo>
                  <a:lnTo>
                    <a:pt x="6961759" y="0"/>
                  </a:lnTo>
                  <a:lnTo>
                    <a:pt x="6961759" y="25400"/>
                  </a:lnTo>
                  <a:lnTo>
                    <a:pt x="6961759" y="0"/>
                  </a:lnTo>
                  <a:cubicBezTo>
                    <a:pt x="7007225" y="0"/>
                    <a:pt x="7044690" y="36449"/>
                    <a:pt x="7044690" y="82042"/>
                  </a:cubicBezTo>
                  <a:lnTo>
                    <a:pt x="7019290" y="82042"/>
                  </a:lnTo>
                  <a:lnTo>
                    <a:pt x="7044690" y="82042"/>
                  </a:lnTo>
                  <a:lnTo>
                    <a:pt x="7044690" y="2248535"/>
                  </a:lnTo>
                  <a:lnTo>
                    <a:pt x="7019290" y="2248535"/>
                  </a:lnTo>
                  <a:lnTo>
                    <a:pt x="7044690" y="2248535"/>
                  </a:lnTo>
                  <a:cubicBezTo>
                    <a:pt x="7044690" y="2294255"/>
                    <a:pt x="7007225" y="2330577"/>
                    <a:pt x="6961759" y="2330577"/>
                  </a:cubicBezTo>
                  <a:lnTo>
                    <a:pt x="6961759" y="2305177"/>
                  </a:lnTo>
                  <a:lnTo>
                    <a:pt x="6961759" y="2330577"/>
                  </a:lnTo>
                  <a:lnTo>
                    <a:pt x="82931" y="2330577"/>
                  </a:lnTo>
                  <a:lnTo>
                    <a:pt x="82931" y="2305177"/>
                  </a:lnTo>
                  <a:lnTo>
                    <a:pt x="82931" y="2330577"/>
                  </a:lnTo>
                  <a:cubicBezTo>
                    <a:pt x="37465" y="2330577"/>
                    <a:pt x="0" y="2294128"/>
                    <a:pt x="0" y="2248535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2248535"/>
                  </a:lnTo>
                  <a:lnTo>
                    <a:pt x="25400" y="2248535"/>
                  </a:lnTo>
                  <a:lnTo>
                    <a:pt x="50800" y="2248535"/>
                  </a:lnTo>
                  <a:cubicBezTo>
                    <a:pt x="50800" y="2265426"/>
                    <a:pt x="64897" y="2279777"/>
                    <a:pt x="82931" y="2279777"/>
                  </a:cubicBezTo>
                  <a:lnTo>
                    <a:pt x="6961759" y="2279777"/>
                  </a:lnTo>
                  <a:cubicBezTo>
                    <a:pt x="6979920" y="2279777"/>
                    <a:pt x="6993890" y="2265426"/>
                    <a:pt x="6993890" y="2248535"/>
                  </a:cubicBezTo>
                  <a:lnTo>
                    <a:pt x="6993890" y="82042"/>
                  </a:lnTo>
                  <a:cubicBezTo>
                    <a:pt x="6993890" y="65151"/>
                    <a:pt x="6979793" y="50800"/>
                    <a:pt x="6961759" y="50800"/>
                  </a:cubicBezTo>
                  <a:lnTo>
                    <a:pt x="82931" y="50800"/>
                  </a:lnTo>
                  <a:lnTo>
                    <a:pt x="82931" y="25400"/>
                  </a:lnTo>
                  <a:lnTo>
                    <a:pt x="82931" y="50800"/>
                  </a:lnTo>
                  <a:cubicBezTo>
                    <a:pt x="64897" y="50800"/>
                    <a:pt x="50800" y="65151"/>
                    <a:pt x="50800" y="82042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371784" y="571039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EVENTS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71784" y="6266259"/>
            <a:ext cx="46022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CRUD with RSVP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3188" y="7401220"/>
            <a:ext cx="8048034" cy="1747990"/>
            <a:chOff x="0" y="0"/>
            <a:chExt cx="10730713" cy="23306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56642"/>
                  </a:moveTo>
                  <a:cubicBezTo>
                    <a:pt x="0" y="25400"/>
                    <a:pt x="25781" y="0"/>
                    <a:pt x="57658" y="0"/>
                  </a:cubicBezTo>
                  <a:lnTo>
                    <a:pt x="10622280" y="0"/>
                  </a:lnTo>
                  <a:cubicBezTo>
                    <a:pt x="10654157" y="0"/>
                    <a:pt x="10679938" y="25400"/>
                    <a:pt x="10679938" y="56642"/>
                  </a:cubicBezTo>
                  <a:lnTo>
                    <a:pt x="10679938" y="2223135"/>
                  </a:lnTo>
                  <a:cubicBezTo>
                    <a:pt x="10679938" y="2254504"/>
                    <a:pt x="10654157" y="2279777"/>
                    <a:pt x="10622280" y="2279777"/>
                  </a:cubicBezTo>
                  <a:lnTo>
                    <a:pt x="57658" y="2279777"/>
                  </a:lnTo>
                  <a:cubicBezTo>
                    <a:pt x="25781" y="2279777"/>
                    <a:pt x="0" y="2254377"/>
                    <a:pt x="0" y="2223135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82042"/>
                  </a:moveTo>
                  <a:cubicBezTo>
                    <a:pt x="0" y="36322"/>
                    <a:pt x="37592" y="0"/>
                    <a:pt x="83058" y="0"/>
                  </a:cubicBezTo>
                  <a:lnTo>
                    <a:pt x="10647680" y="0"/>
                  </a:lnTo>
                  <a:lnTo>
                    <a:pt x="10647680" y="25400"/>
                  </a:lnTo>
                  <a:lnTo>
                    <a:pt x="10647680" y="0"/>
                  </a:lnTo>
                  <a:cubicBezTo>
                    <a:pt x="10693147" y="0"/>
                    <a:pt x="10730738" y="36322"/>
                    <a:pt x="10730738" y="82042"/>
                  </a:cubicBezTo>
                  <a:lnTo>
                    <a:pt x="10705338" y="82042"/>
                  </a:lnTo>
                  <a:lnTo>
                    <a:pt x="10730738" y="82042"/>
                  </a:lnTo>
                  <a:lnTo>
                    <a:pt x="10730738" y="2248535"/>
                  </a:lnTo>
                  <a:lnTo>
                    <a:pt x="10705338" y="2248535"/>
                  </a:lnTo>
                  <a:lnTo>
                    <a:pt x="10730738" y="2248535"/>
                  </a:lnTo>
                  <a:cubicBezTo>
                    <a:pt x="10730738" y="2294255"/>
                    <a:pt x="10693147" y="2330577"/>
                    <a:pt x="10647680" y="2330577"/>
                  </a:cubicBezTo>
                  <a:lnTo>
                    <a:pt x="10647680" y="2305177"/>
                  </a:lnTo>
                  <a:lnTo>
                    <a:pt x="10647680" y="2330577"/>
                  </a:lnTo>
                  <a:lnTo>
                    <a:pt x="83058" y="2330577"/>
                  </a:lnTo>
                  <a:lnTo>
                    <a:pt x="83058" y="2305177"/>
                  </a:lnTo>
                  <a:lnTo>
                    <a:pt x="83058" y="2330577"/>
                  </a:lnTo>
                  <a:cubicBezTo>
                    <a:pt x="37592" y="2330577"/>
                    <a:pt x="0" y="2294255"/>
                    <a:pt x="0" y="2248535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2248535"/>
                  </a:lnTo>
                  <a:lnTo>
                    <a:pt x="25400" y="2248535"/>
                  </a:lnTo>
                  <a:lnTo>
                    <a:pt x="50800" y="2248535"/>
                  </a:lnTo>
                  <a:cubicBezTo>
                    <a:pt x="50800" y="2265426"/>
                    <a:pt x="64897" y="2279777"/>
                    <a:pt x="83058" y="2279777"/>
                  </a:cubicBezTo>
                  <a:lnTo>
                    <a:pt x="10647680" y="2279777"/>
                  </a:lnTo>
                  <a:cubicBezTo>
                    <a:pt x="10665968" y="2279777"/>
                    <a:pt x="10679938" y="2265299"/>
                    <a:pt x="10679938" y="2248535"/>
                  </a:cubicBezTo>
                  <a:lnTo>
                    <a:pt x="10679938" y="82042"/>
                  </a:lnTo>
                  <a:cubicBezTo>
                    <a:pt x="10679938" y="65151"/>
                    <a:pt x="10665841" y="50800"/>
                    <a:pt x="10647680" y="50800"/>
                  </a:cubicBezTo>
                  <a:lnTo>
                    <a:pt x="83058" y="50800"/>
                  </a:lnTo>
                  <a:lnTo>
                    <a:pt x="83058" y="25400"/>
                  </a:lnTo>
                  <a:lnTo>
                    <a:pt x="83058" y="50800"/>
                  </a:lnTo>
                  <a:cubicBezTo>
                    <a:pt x="64897" y="50800"/>
                    <a:pt x="50800" y="65278"/>
                    <a:pt x="50800" y="82042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13859" y="770379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RECRUITMENT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859" y="8259661"/>
            <a:ext cx="736669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Cycles and applications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66634" y="7401220"/>
            <a:ext cx="8048034" cy="1747990"/>
            <a:chOff x="0" y="0"/>
            <a:chExt cx="10730713" cy="23306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56642"/>
                  </a:moveTo>
                  <a:cubicBezTo>
                    <a:pt x="0" y="25400"/>
                    <a:pt x="25781" y="0"/>
                    <a:pt x="57658" y="0"/>
                  </a:cubicBezTo>
                  <a:lnTo>
                    <a:pt x="10622280" y="0"/>
                  </a:lnTo>
                  <a:cubicBezTo>
                    <a:pt x="10654157" y="0"/>
                    <a:pt x="10679938" y="25400"/>
                    <a:pt x="10679938" y="56642"/>
                  </a:cubicBezTo>
                  <a:lnTo>
                    <a:pt x="10679938" y="2223135"/>
                  </a:lnTo>
                  <a:cubicBezTo>
                    <a:pt x="10679938" y="2254504"/>
                    <a:pt x="10654157" y="2279777"/>
                    <a:pt x="10622280" y="2279777"/>
                  </a:cubicBezTo>
                  <a:lnTo>
                    <a:pt x="57658" y="2279777"/>
                  </a:lnTo>
                  <a:cubicBezTo>
                    <a:pt x="25781" y="2279777"/>
                    <a:pt x="0" y="2254377"/>
                    <a:pt x="0" y="2223135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82042"/>
                  </a:moveTo>
                  <a:cubicBezTo>
                    <a:pt x="0" y="36322"/>
                    <a:pt x="37592" y="0"/>
                    <a:pt x="83058" y="0"/>
                  </a:cubicBezTo>
                  <a:lnTo>
                    <a:pt x="10647680" y="0"/>
                  </a:lnTo>
                  <a:lnTo>
                    <a:pt x="10647680" y="25400"/>
                  </a:lnTo>
                  <a:lnTo>
                    <a:pt x="10647680" y="0"/>
                  </a:lnTo>
                  <a:cubicBezTo>
                    <a:pt x="10693147" y="0"/>
                    <a:pt x="10730738" y="36322"/>
                    <a:pt x="10730738" y="82042"/>
                  </a:cubicBezTo>
                  <a:lnTo>
                    <a:pt x="10705338" y="82042"/>
                  </a:lnTo>
                  <a:lnTo>
                    <a:pt x="10730738" y="82042"/>
                  </a:lnTo>
                  <a:lnTo>
                    <a:pt x="10730738" y="2248535"/>
                  </a:lnTo>
                  <a:lnTo>
                    <a:pt x="10705338" y="2248535"/>
                  </a:lnTo>
                  <a:lnTo>
                    <a:pt x="10730738" y="2248535"/>
                  </a:lnTo>
                  <a:cubicBezTo>
                    <a:pt x="10730738" y="2294255"/>
                    <a:pt x="10693147" y="2330577"/>
                    <a:pt x="10647680" y="2330577"/>
                  </a:cubicBezTo>
                  <a:lnTo>
                    <a:pt x="10647680" y="2305177"/>
                  </a:lnTo>
                  <a:lnTo>
                    <a:pt x="10647680" y="2330577"/>
                  </a:lnTo>
                  <a:lnTo>
                    <a:pt x="83058" y="2330577"/>
                  </a:lnTo>
                  <a:lnTo>
                    <a:pt x="83058" y="2305177"/>
                  </a:lnTo>
                  <a:lnTo>
                    <a:pt x="83058" y="2330577"/>
                  </a:lnTo>
                  <a:cubicBezTo>
                    <a:pt x="37592" y="2330577"/>
                    <a:pt x="0" y="2294255"/>
                    <a:pt x="0" y="2248535"/>
                  </a:cubicBezTo>
                  <a:lnTo>
                    <a:pt x="0" y="82042"/>
                  </a:lnTo>
                  <a:lnTo>
                    <a:pt x="25400" y="82042"/>
                  </a:lnTo>
                  <a:lnTo>
                    <a:pt x="0" y="82042"/>
                  </a:lnTo>
                  <a:moveTo>
                    <a:pt x="50800" y="82042"/>
                  </a:moveTo>
                  <a:lnTo>
                    <a:pt x="50800" y="2248535"/>
                  </a:lnTo>
                  <a:lnTo>
                    <a:pt x="25400" y="2248535"/>
                  </a:lnTo>
                  <a:lnTo>
                    <a:pt x="50800" y="2248535"/>
                  </a:lnTo>
                  <a:cubicBezTo>
                    <a:pt x="50800" y="2265426"/>
                    <a:pt x="64897" y="2279777"/>
                    <a:pt x="83058" y="2279777"/>
                  </a:cubicBezTo>
                  <a:lnTo>
                    <a:pt x="10647680" y="2279777"/>
                  </a:lnTo>
                  <a:cubicBezTo>
                    <a:pt x="10665968" y="2279777"/>
                    <a:pt x="10679938" y="2265299"/>
                    <a:pt x="10679938" y="2248535"/>
                  </a:cubicBezTo>
                  <a:lnTo>
                    <a:pt x="10679938" y="82042"/>
                  </a:lnTo>
                  <a:cubicBezTo>
                    <a:pt x="10679938" y="65151"/>
                    <a:pt x="10665841" y="50800"/>
                    <a:pt x="10647680" y="50800"/>
                  </a:cubicBezTo>
                  <a:lnTo>
                    <a:pt x="83058" y="50800"/>
                  </a:lnTo>
                  <a:lnTo>
                    <a:pt x="83058" y="25400"/>
                  </a:lnTo>
                  <a:lnTo>
                    <a:pt x="83058" y="50800"/>
                  </a:lnTo>
                  <a:cubicBezTo>
                    <a:pt x="64897" y="50800"/>
                    <a:pt x="50800" y="65278"/>
                    <a:pt x="50800" y="82042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07306" y="770379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DASHBOARD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07306" y="8259661"/>
            <a:ext cx="736669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Role-specific statistics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49746"/>
            <a:ext cx="1037927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AUTHENTICATION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059906"/>
            <a:ext cx="5434460" cy="1134066"/>
            <a:chOff x="0" y="0"/>
            <a:chExt cx="7245947" cy="1512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" t="0" r="-65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9" y="443939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JWT-BASED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4995272"/>
            <a:ext cx="486742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Token verification with bcrypt hashing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26698" y="3059906"/>
            <a:ext cx="5434460" cy="1134066"/>
            <a:chOff x="0" y="0"/>
            <a:chExt cx="7245947" cy="151208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" t="0" r="-65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10210" y="443939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THREE ROLES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0210" y="4995272"/>
            <a:ext cx="486742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Student, Club Admin, Super Admin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61159" y="3059906"/>
            <a:ext cx="5434460" cy="1134066"/>
            <a:chOff x="0" y="0"/>
            <a:chExt cx="7245947" cy="151208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5" t="0" r="-65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44670" y="4439393"/>
            <a:ext cx="388188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PROTECTED ROUTES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4670" y="4995272"/>
            <a:ext cx="486742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Role-based access control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621476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TEST ACCOUNTS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7025726"/>
            <a:ext cx="16303523" cy="16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Super Admin: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admin@nsu.edu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Club Admin: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arif@nsu.edu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Student: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student@nsu.edu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50334"/>
            <a:ext cx="987176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FRONTEND INTEGRATION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960484"/>
            <a:ext cx="8009934" cy="2767755"/>
            <a:chOff x="0" y="0"/>
            <a:chExt cx="10679913" cy="36903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937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3633597"/>
                  </a:lnTo>
                  <a:cubicBezTo>
                    <a:pt x="10679937" y="3664966"/>
                    <a:pt x="10654537" y="3690366"/>
                    <a:pt x="10623169" y="3690366"/>
                  </a:cubicBezTo>
                  <a:lnTo>
                    <a:pt x="56769" y="3690366"/>
                  </a:lnTo>
                  <a:cubicBezTo>
                    <a:pt x="25400" y="3690366"/>
                    <a:pt x="0" y="3664966"/>
                    <a:pt x="0" y="3633597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5759" y="3244005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509712" y="3477816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4339981"/>
            <a:ext cx="364346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NEXT.JS 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4895850"/>
            <a:ext cx="744289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Connected using React Context and hooks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2960484"/>
            <a:ext cx="8010077" cy="2767755"/>
            <a:chOff x="0" y="0"/>
            <a:chExt cx="10680103" cy="36903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192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3633597"/>
                  </a:lnTo>
                  <a:cubicBezTo>
                    <a:pt x="10680192" y="3664966"/>
                    <a:pt x="10654792" y="3690366"/>
                    <a:pt x="10623423" y="3690366"/>
                  </a:cubicBezTo>
                  <a:lnTo>
                    <a:pt x="56769" y="3690366"/>
                  </a:lnTo>
                  <a:cubicBezTo>
                    <a:pt x="25400" y="3690366"/>
                    <a:pt x="0" y="3664966"/>
                    <a:pt x="0" y="3633597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69206" y="3244005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803159" y="3477816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69206" y="433998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AUTHCONTEXT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69206" y="4895850"/>
            <a:ext cx="7443045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Manages global authentication state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6011761"/>
            <a:ext cx="8009934" cy="2767755"/>
            <a:chOff x="0" y="0"/>
            <a:chExt cx="10679913" cy="36903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79937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3633597"/>
                  </a:lnTo>
                  <a:cubicBezTo>
                    <a:pt x="10679937" y="3664966"/>
                    <a:pt x="10654537" y="3690366"/>
                    <a:pt x="10623169" y="3690366"/>
                  </a:cubicBezTo>
                  <a:lnTo>
                    <a:pt x="56769" y="3690366"/>
                  </a:lnTo>
                  <a:cubicBezTo>
                    <a:pt x="25400" y="3690366"/>
                    <a:pt x="0" y="3664966"/>
                    <a:pt x="0" y="3633597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5759" y="6295282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509712" y="652909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75759" y="739124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API.TS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5759" y="7947127"/>
            <a:ext cx="744289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Provides typed endpoint functions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011761"/>
            <a:ext cx="8010077" cy="2767755"/>
            <a:chOff x="0" y="0"/>
            <a:chExt cx="10680103" cy="36903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80192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3633597"/>
                  </a:lnTo>
                  <a:cubicBezTo>
                    <a:pt x="10680192" y="3664966"/>
                    <a:pt x="10654792" y="3690366"/>
                    <a:pt x="10623423" y="3690366"/>
                  </a:cubicBezTo>
                  <a:lnTo>
                    <a:pt x="56769" y="3690366"/>
                  </a:lnTo>
                  <a:cubicBezTo>
                    <a:pt x="25400" y="3690366"/>
                    <a:pt x="0" y="3664966"/>
                    <a:pt x="0" y="3633597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69206" y="6295282"/>
            <a:ext cx="850554" cy="850554"/>
            <a:chOff x="0" y="0"/>
            <a:chExt cx="1134072" cy="113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803159" y="652909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79" t="0" r="-4876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569206" y="739124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LIVE 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69206" y="7947127"/>
            <a:ext cx="7443045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 dashboards fetch real-time 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85459"/>
            <a:ext cx="7963195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KEY ACHIEVEMENTS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195610"/>
            <a:ext cx="637880" cy="637880"/>
            <a:chOff x="0" y="0"/>
            <a:chExt cx="850506" cy="850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98575" y="4286841"/>
            <a:ext cx="425206" cy="49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630" y="4254846"/>
            <a:ext cx="480075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BACKEND API COMPLETE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3630" y="4810716"/>
            <a:ext cx="705311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25+ endpoints, secure authentication, database schema finalized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21108" y="4195610"/>
            <a:ext cx="637880" cy="637880"/>
            <a:chOff x="0" y="0"/>
            <a:chExt cx="850506" cy="850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27445" y="4286841"/>
            <a:ext cx="425206" cy="49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2499" y="4254846"/>
            <a:ext cx="515599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FULL-STACK 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2499" y="4810716"/>
            <a:ext cx="705326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Frontend connected to backend with dynamic data flow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6380264"/>
            <a:ext cx="637880" cy="637880"/>
            <a:chOff x="0" y="0"/>
            <a:chExt cx="850506" cy="8505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98575" y="6471495"/>
            <a:ext cx="425206" cy="49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3630" y="6439491"/>
            <a:ext cx="400020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ROLE-BASED ACCESS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13630" y="6995370"/>
            <a:ext cx="705311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Three-tier security with protected routes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1108" y="6380264"/>
            <a:ext cx="637880" cy="637880"/>
            <a:chOff x="0" y="0"/>
            <a:chExt cx="850506" cy="8505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27445" y="6471495"/>
            <a:ext cx="425206" cy="49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42499" y="6439491"/>
            <a:ext cx="507727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MODULAR ARCHITECTURE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2499" y="6995370"/>
            <a:ext cx="705326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Scalable design with separate controllers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78316"/>
            <a:ext cx="8882510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FUTURE DEVELOPMENT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17434" y="5322541"/>
            <a:ext cx="4820098" cy="283521"/>
            <a:chOff x="0" y="0"/>
            <a:chExt cx="6426797" cy="3780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26835" cy="378079"/>
            </a:xfrm>
            <a:custGeom>
              <a:avLst/>
              <a:gdLst/>
              <a:ahLst/>
              <a:cxnLst/>
              <a:rect r="r" b="b" t="t" l="l"/>
              <a:pathLst>
                <a:path h="378079" w="64268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370066" y="0"/>
                  </a:lnTo>
                  <a:cubicBezTo>
                    <a:pt x="6401435" y="0"/>
                    <a:pt x="6426835" y="25400"/>
                    <a:pt x="6426835" y="56769"/>
                  </a:cubicBezTo>
                  <a:lnTo>
                    <a:pt x="6426835" y="321310"/>
                  </a:lnTo>
                  <a:cubicBezTo>
                    <a:pt x="6426835" y="352679"/>
                    <a:pt x="6401435" y="378079"/>
                    <a:pt x="6370066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5038944"/>
            <a:ext cx="850554" cy="850554"/>
            <a:chOff x="0" y="0"/>
            <a:chExt cx="1134072" cy="1134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204912" y="5251628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11" t="0" r="-111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5759" y="6134995"/>
            <a:ext cx="456128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IMAGE UPLOAD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9" y="6690865"/>
            <a:ext cx="46784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Club logos, cover images, event photos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46402" y="4897193"/>
            <a:ext cx="4820098" cy="283521"/>
            <a:chOff x="0" y="0"/>
            <a:chExt cx="6426797" cy="3780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6835" cy="378079"/>
            </a:xfrm>
            <a:custGeom>
              <a:avLst/>
              <a:gdLst/>
              <a:ahLst/>
              <a:cxnLst/>
              <a:rect r="r" b="b" t="t" l="l"/>
              <a:pathLst>
                <a:path h="378079" w="64268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370066" y="0"/>
                  </a:lnTo>
                  <a:cubicBezTo>
                    <a:pt x="6401435" y="0"/>
                    <a:pt x="6426835" y="25400"/>
                    <a:pt x="6426835" y="56769"/>
                  </a:cubicBezTo>
                  <a:lnTo>
                    <a:pt x="6426835" y="321310"/>
                  </a:lnTo>
                  <a:cubicBezTo>
                    <a:pt x="6426835" y="352679"/>
                    <a:pt x="6401435" y="378079"/>
                    <a:pt x="6370066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21206" y="4613596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6733880" y="4826270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777" t="0" r="-17777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804717" y="5709647"/>
            <a:ext cx="460310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EMAIL NOTIFICATIONS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4717" y="6265516"/>
            <a:ext cx="467841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Automated alerts for events and recruitment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475369" y="4471988"/>
            <a:ext cx="4820098" cy="283521"/>
            <a:chOff x="0" y="0"/>
            <a:chExt cx="6426797" cy="3780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26835" cy="378079"/>
            </a:xfrm>
            <a:custGeom>
              <a:avLst/>
              <a:gdLst/>
              <a:ahLst/>
              <a:cxnLst/>
              <a:rect r="r" b="b" t="t" l="l"/>
              <a:pathLst>
                <a:path h="378079" w="642683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370066" y="0"/>
                  </a:lnTo>
                  <a:cubicBezTo>
                    <a:pt x="6401435" y="0"/>
                    <a:pt x="6426835" y="25400"/>
                    <a:pt x="6426835" y="56769"/>
                  </a:cubicBezTo>
                  <a:lnTo>
                    <a:pt x="6426835" y="321310"/>
                  </a:lnTo>
                  <a:cubicBezTo>
                    <a:pt x="6426835" y="352679"/>
                    <a:pt x="6401435" y="378079"/>
                    <a:pt x="6370066" y="378079"/>
                  </a:cubicBezTo>
                  <a:lnTo>
                    <a:pt x="56769" y="378079"/>
                  </a:lnTo>
                  <a:cubicBezTo>
                    <a:pt x="25400" y="378079"/>
                    <a:pt x="0" y="352679"/>
                    <a:pt x="0" y="321310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50163" y="4188400"/>
            <a:ext cx="850554" cy="850554"/>
            <a:chOff x="0" y="0"/>
            <a:chExt cx="1134072" cy="1134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262847" y="4401074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9999" t="0" r="-19999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333684" y="5284441"/>
            <a:ext cx="467841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PRODUCTION DEPLOYMENT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3684" y="6283223"/>
            <a:ext cx="467841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Live server deployment and testing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42780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7434" y="5161655"/>
            <a:ext cx="1587832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Transitioning NSU ClubHub from frontend-only prototype to full-stack application with dynamic data flow and secure authentication.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937970"/>
            <a:ext cx="38100" cy="1091508"/>
            <a:chOff x="0" y="0"/>
            <a:chExt cx="50800" cy="14553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0"/>
                  </a:moveTo>
                  <a:lnTo>
                    <a:pt x="50800" y="0"/>
                  </a:lnTo>
                  <a:lnTo>
                    <a:pt x="50800" y="1455293"/>
                  </a:lnTo>
                  <a:lnTo>
                    <a:pt x="0" y="1455293"/>
                  </a:lnTo>
                  <a:close/>
                </a:path>
              </a:pathLst>
            </a:custGeom>
            <a:solidFill>
              <a:srgbClr val="1E1E1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6253162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Department of Electronics and Communication Engineering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North South University, Dhaka, Bangladesh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DAHGAfxYJp8</dc:identifier>
  <dcterms:modified xsi:type="dcterms:W3CDTF">2011-08-01T06:04:30Z</dcterms:modified>
  <cp:revision>1</cp:revision>
  <dc:title>NSU-ClubHub (2).pptx</dc:title>
</cp:coreProperties>
</file>