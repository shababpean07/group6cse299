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Arimo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sto MT" panose="02040603050505030304" pitchFamily="18" charset="0"/>
      <p:regular r:id="rId17"/>
      <p:bold r:id="rId18"/>
      <p:italic r:id="rId19"/>
      <p:boldItalic r:id="rId20"/>
    </p:embeddedFont>
    <p:embeddedFont>
      <p:font typeface="Noto Sans" panose="020B0604020202020204" charset="0"/>
      <p:regular r:id="rId21"/>
    </p:embeddedFont>
    <p:embeddedFont>
      <p:font typeface="Wingdings 2" panose="05020102010507070707" pitchFamily="18" charset="2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6040" y="2654311"/>
            <a:ext cx="14160051" cy="2743202"/>
          </a:xfrm>
        </p:spPr>
        <p:txBody>
          <a:bodyPr anchor="b">
            <a:normAutofit/>
          </a:bodyPr>
          <a:lstStyle>
            <a:lvl1pPr algn="ctr">
              <a:defRPr sz="8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6040" y="5397509"/>
            <a:ext cx="14160051" cy="1574801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2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0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102" y="2641601"/>
            <a:ext cx="14385825" cy="2743220"/>
          </a:xfrm>
        </p:spPr>
        <p:txBody>
          <a:bodyPr anchor="b"/>
          <a:lstStyle>
            <a:lvl1pPr algn="ctr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3102" y="5384819"/>
            <a:ext cx="14385825" cy="2260581"/>
          </a:xfrm>
        </p:spPr>
        <p:txBody>
          <a:bodyPr anchor="t"/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23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693" y="2598674"/>
            <a:ext cx="7590746" cy="608812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4339" y="2598674"/>
            <a:ext cx="7596998" cy="608812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80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693" y="2601760"/>
            <a:ext cx="7633608" cy="6223154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728" y="2601760"/>
            <a:ext cx="7633608" cy="62231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808" y="2752881"/>
            <a:ext cx="7314516" cy="817326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08808" y="3570206"/>
            <a:ext cx="7314516" cy="5116595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42451" y="2752882"/>
            <a:ext cx="7342995" cy="817325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42451" y="3570206"/>
            <a:ext cx="7342995" cy="5116595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2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44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5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914400"/>
            <a:ext cx="5560334" cy="2732877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3450" y="914400"/>
            <a:ext cx="9617886" cy="7772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3" y="3647277"/>
            <a:ext cx="5560334" cy="5039522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13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498" y="914400"/>
            <a:ext cx="5376249" cy="78072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914885"/>
            <a:ext cx="8902424" cy="2744007"/>
          </a:xfrm>
        </p:spPr>
        <p:txBody>
          <a:bodyPr anchor="b">
            <a:noAutofit/>
          </a:bodyPr>
          <a:lstStyle>
            <a:lvl1pPr algn="ctr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163827" y="1145553"/>
            <a:ext cx="4913627" cy="736923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3" y="3658891"/>
            <a:ext cx="8902424" cy="5064201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63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825" y="821711"/>
            <a:ext cx="15212699" cy="57252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709" y="6847883"/>
            <a:ext cx="15532989" cy="815208"/>
          </a:xfrm>
        </p:spPr>
        <p:txBody>
          <a:bodyPr anchor="b">
            <a:normAutofit/>
          </a:bodyPr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54024" y="1042514"/>
            <a:ext cx="14768019" cy="528850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000"/>
            </a:lvl1pPr>
            <a:lvl2pPr marL="685800" indent="0">
              <a:buNone/>
              <a:defRPr sz="3000"/>
            </a:lvl2pPr>
            <a:lvl3pPr marL="1371600" indent="0">
              <a:buNone/>
              <a:defRPr sz="30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3" y="7663092"/>
            <a:ext cx="15530643" cy="1023708"/>
          </a:xfrm>
        </p:spPr>
        <p:txBody>
          <a:bodyPr anchor="t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61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912656"/>
            <a:ext cx="15530643" cy="5301516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2" y="6442770"/>
            <a:ext cx="15530645" cy="225273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61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8" y="914400"/>
            <a:ext cx="13954128" cy="4489356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580967" y="5415049"/>
            <a:ext cx="13128449" cy="79912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2" y="6456530"/>
            <a:ext cx="15530645" cy="223424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85900" y="132719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57074" y="439238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0866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2" y="3190414"/>
            <a:ext cx="15530645" cy="376775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77" y="6975834"/>
            <a:ext cx="15528299" cy="1710966"/>
          </a:xfrm>
        </p:spPr>
        <p:txBody>
          <a:bodyPr anchor="t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0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370693" y="914400"/>
            <a:ext cx="15530643" cy="1455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70693" y="2828925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70693" y="3857625"/>
            <a:ext cx="4951476" cy="4829175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70067" y="2828925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6662153" y="3857625"/>
            <a:ext cx="4951476" cy="4829175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49858" y="2828925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949858" y="3857625"/>
            <a:ext cx="4951476" cy="4829175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56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943" y="2727322"/>
            <a:ext cx="5009958" cy="2771777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700" y="2727322"/>
            <a:ext cx="5009958" cy="2771777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077" y="2727322"/>
            <a:ext cx="5009958" cy="2771777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370692" y="914400"/>
            <a:ext cx="15530645" cy="1455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70693" y="5856159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0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527153" y="2908377"/>
            <a:ext cx="4638552" cy="240443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70693" y="6720553"/>
            <a:ext cx="4951476" cy="196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4182" y="5856159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0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818615" y="2908641"/>
            <a:ext cx="4638552" cy="241224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6662153" y="6720551"/>
            <a:ext cx="4951476" cy="196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50046" y="5856159"/>
            <a:ext cx="4951476" cy="864393"/>
          </a:xfrm>
        </p:spPr>
        <p:txBody>
          <a:bodyPr anchor="b">
            <a:noAutofit/>
          </a:bodyPr>
          <a:lstStyle>
            <a:lvl1pPr marL="0" indent="0" algn="ctr">
              <a:buNone/>
              <a:defRPr sz="30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2113547" y="2901648"/>
            <a:ext cx="4638552" cy="241094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949858" y="6720548"/>
            <a:ext cx="4951476" cy="1966253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12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45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474603" y="914399"/>
            <a:ext cx="3426731" cy="7772402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694" y="914399"/>
            <a:ext cx="11875308" cy="777240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0693" y="914400"/>
            <a:ext cx="15530643" cy="14556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693" y="2598674"/>
            <a:ext cx="15530643" cy="60881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0693" y="8824913"/>
            <a:ext cx="1000929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149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685800" rtl="0" eaLnBrk="1" latinLnBrk="0" hangingPunct="1">
        <a:spcBef>
          <a:spcPct val="0"/>
        </a:spcBef>
        <a:buNone/>
        <a:defRPr sz="6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4590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1080000" indent="-4050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"/>
        <a:defRPr sz="2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539000" indent="-3240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2079000" indent="-3240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2511000" indent="-3240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302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3602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418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465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3470824"/>
            <a:ext cx="12885982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NSU ClubHub — Frontend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895259"/>
            <a:ext cx="16303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This React website lets students log in, sign up, browse clubs and events, and access admin pages based on role. It's a demo frontend with dummy data and role-based views.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6216701"/>
            <a:ext cx="2698699" cy="532809"/>
            <a:chOff x="0" y="0"/>
            <a:chExt cx="3598266" cy="7104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98291" cy="710438"/>
            </a:xfrm>
            <a:custGeom>
              <a:avLst/>
              <a:gdLst/>
              <a:ahLst/>
              <a:cxnLst/>
              <a:rect l="l" t="t" r="r" b="b"/>
              <a:pathLst>
                <a:path w="3598291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3552952" y="0"/>
                  </a:lnTo>
                  <a:cubicBezTo>
                    <a:pt x="3577971" y="0"/>
                    <a:pt x="3598291" y="20320"/>
                    <a:pt x="3598291" y="45339"/>
                  </a:cubicBezTo>
                  <a:lnTo>
                    <a:pt x="3598291" y="665099"/>
                  </a:lnTo>
                  <a:cubicBezTo>
                    <a:pt x="3598291" y="690118"/>
                    <a:pt x="3577971" y="710438"/>
                    <a:pt x="3552952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00184D"/>
            </a:solidFill>
          </p:spPr>
        </p:sp>
      </p:grpSp>
      <p:sp>
        <p:nvSpPr>
          <p:cNvPr id="10" name="Freeform 10" descr="preencoded.png"/>
          <p:cNvSpPr/>
          <p:nvPr/>
        </p:nvSpPr>
        <p:spPr>
          <a:xfrm>
            <a:off x="1162345" y="6369691"/>
            <a:ext cx="226809" cy="226809"/>
          </a:xfrm>
          <a:custGeom>
            <a:avLst/>
            <a:gdLst/>
            <a:ahLst/>
            <a:cxnLst/>
            <a:rect l="l" t="t" r="r" b="b"/>
            <a:pathLst>
              <a:path w="226809" h="226809">
                <a:moveTo>
                  <a:pt x="0" y="0"/>
                </a:moveTo>
                <a:lnTo>
                  <a:pt x="226810" y="0"/>
                </a:lnTo>
                <a:lnTo>
                  <a:pt x="226810" y="226810"/>
                </a:lnTo>
                <a:lnTo>
                  <a:pt x="0" y="2268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02569" y="6235008"/>
            <a:ext cx="2018262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THEME: #97B8FFFF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827859" y="6202413"/>
            <a:ext cx="1749771" cy="561384"/>
            <a:chOff x="0" y="0"/>
            <a:chExt cx="2333028" cy="7485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32990" cy="748538"/>
            </a:xfrm>
            <a:custGeom>
              <a:avLst/>
              <a:gdLst/>
              <a:ahLst/>
              <a:cxnLst/>
              <a:rect l="l" t="t" r="r" b="b"/>
              <a:pathLst>
                <a:path w="2332990" h="748538">
                  <a:moveTo>
                    <a:pt x="0" y="51689"/>
                  </a:moveTo>
                  <a:cubicBezTo>
                    <a:pt x="0" y="23114"/>
                    <a:pt x="23495" y="0"/>
                    <a:pt x="52197" y="0"/>
                  </a:cubicBezTo>
                  <a:lnTo>
                    <a:pt x="2280793" y="0"/>
                  </a:lnTo>
                  <a:lnTo>
                    <a:pt x="2280793" y="6350"/>
                  </a:lnTo>
                  <a:lnTo>
                    <a:pt x="2280793" y="0"/>
                  </a:lnTo>
                  <a:cubicBezTo>
                    <a:pt x="2309622" y="0"/>
                    <a:pt x="2332990" y="23114"/>
                    <a:pt x="2332990" y="51689"/>
                  </a:cubicBezTo>
                  <a:lnTo>
                    <a:pt x="2332990" y="696849"/>
                  </a:lnTo>
                  <a:lnTo>
                    <a:pt x="2326640" y="696849"/>
                  </a:lnTo>
                  <a:lnTo>
                    <a:pt x="2332990" y="696849"/>
                  </a:lnTo>
                  <a:cubicBezTo>
                    <a:pt x="2332990" y="725424"/>
                    <a:pt x="2309495" y="748538"/>
                    <a:pt x="2280793" y="748538"/>
                  </a:cubicBezTo>
                  <a:lnTo>
                    <a:pt x="2280793" y="742188"/>
                  </a:lnTo>
                  <a:lnTo>
                    <a:pt x="2280793" y="748538"/>
                  </a:lnTo>
                  <a:lnTo>
                    <a:pt x="52197" y="748538"/>
                  </a:lnTo>
                  <a:lnTo>
                    <a:pt x="52197" y="742188"/>
                  </a:lnTo>
                  <a:lnTo>
                    <a:pt x="52197" y="748538"/>
                  </a:lnTo>
                  <a:cubicBezTo>
                    <a:pt x="23495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197" y="735838"/>
                  </a:cubicBezTo>
                  <a:lnTo>
                    <a:pt x="2280793" y="735838"/>
                  </a:lnTo>
                  <a:cubicBezTo>
                    <a:pt x="2302764" y="735838"/>
                    <a:pt x="2320290" y="718312"/>
                    <a:pt x="2320290" y="696849"/>
                  </a:cubicBezTo>
                  <a:lnTo>
                    <a:pt x="2320290" y="51689"/>
                  </a:lnTo>
                  <a:lnTo>
                    <a:pt x="2326640" y="51689"/>
                  </a:lnTo>
                  <a:lnTo>
                    <a:pt x="2320290" y="51689"/>
                  </a:lnTo>
                  <a:cubicBezTo>
                    <a:pt x="2320290" y="30226"/>
                    <a:pt x="2302637" y="12700"/>
                    <a:pt x="2280793" y="12700"/>
                  </a:cubicBezTo>
                  <a:lnTo>
                    <a:pt x="52197" y="12700"/>
                  </a:lnTo>
                  <a:lnTo>
                    <a:pt x="52197" y="6350"/>
                  </a:lnTo>
                  <a:lnTo>
                    <a:pt x="52197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97B8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4012254" y="6235008"/>
            <a:ext cx="1380973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97B8FF"/>
                </a:solidFill>
                <a:latin typeface="Noto Sans"/>
                <a:ea typeface="Noto Sans"/>
                <a:cs typeface="Noto Sans"/>
                <a:sym typeface="Noto Sans"/>
              </a:rPr>
              <a:t>REACT +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893094" y="1186453"/>
            <a:ext cx="5519585" cy="69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124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Main Pages &amp; Routes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893094" y="2304307"/>
            <a:ext cx="105070" cy="105070"/>
            <a:chOff x="0" y="0"/>
            <a:chExt cx="140094" cy="140094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40081" cy="140081"/>
            </a:xfrm>
            <a:custGeom>
              <a:avLst/>
              <a:gdLst/>
              <a:ahLst/>
              <a:cxnLst/>
              <a:rect l="l" t="t" r="r" b="b"/>
              <a:pathLst>
                <a:path w="140081" h="140081">
                  <a:moveTo>
                    <a:pt x="0" y="0"/>
                  </a:moveTo>
                  <a:lnTo>
                    <a:pt x="140081" y="0"/>
                  </a:lnTo>
                  <a:lnTo>
                    <a:pt x="140081" y="140081"/>
                  </a:lnTo>
                  <a:lnTo>
                    <a:pt x="0" y="140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153841" y="2173634"/>
            <a:ext cx="2627109" cy="347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/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53841" y="2585885"/>
            <a:ext cx="14240913" cy="32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Login page — first screen for users.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893094" y="3330178"/>
            <a:ext cx="105070" cy="105070"/>
            <a:chOff x="0" y="0"/>
            <a:chExt cx="140094" cy="140094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40081" cy="140081"/>
            </a:xfrm>
            <a:custGeom>
              <a:avLst/>
              <a:gdLst/>
              <a:ahLst/>
              <a:cxnLst/>
              <a:rect l="l" t="t" r="r" b="b"/>
              <a:pathLst>
                <a:path w="140081" h="140081">
                  <a:moveTo>
                    <a:pt x="0" y="0"/>
                  </a:moveTo>
                  <a:lnTo>
                    <a:pt x="140081" y="0"/>
                  </a:lnTo>
                  <a:lnTo>
                    <a:pt x="140081" y="140081"/>
                  </a:lnTo>
                  <a:lnTo>
                    <a:pt x="0" y="140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2153841" y="3199505"/>
            <a:ext cx="2627109" cy="347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/signup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53841" y="3611766"/>
            <a:ext cx="14240913" cy="32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Signup page with role selection.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893094" y="4356049"/>
            <a:ext cx="105070" cy="105070"/>
            <a:chOff x="0" y="0"/>
            <a:chExt cx="140094" cy="140094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40081" cy="140081"/>
            </a:xfrm>
            <a:custGeom>
              <a:avLst/>
              <a:gdLst/>
              <a:ahLst/>
              <a:cxnLst/>
              <a:rect l="l" t="t" r="r" b="b"/>
              <a:pathLst>
                <a:path w="140081" h="140081">
                  <a:moveTo>
                    <a:pt x="0" y="0"/>
                  </a:moveTo>
                  <a:lnTo>
                    <a:pt x="140081" y="0"/>
                  </a:lnTo>
                  <a:lnTo>
                    <a:pt x="140081" y="140081"/>
                  </a:lnTo>
                  <a:lnTo>
                    <a:pt x="0" y="140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2153841" y="4225376"/>
            <a:ext cx="2627109" cy="347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/home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53841" y="4637637"/>
            <a:ext cx="14240913" cy="32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Home dashboard after login.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893094" y="5381920"/>
            <a:ext cx="105070" cy="105070"/>
            <a:chOff x="0" y="0"/>
            <a:chExt cx="140094" cy="140094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40081" cy="140081"/>
            </a:xfrm>
            <a:custGeom>
              <a:avLst/>
              <a:gdLst/>
              <a:ahLst/>
              <a:cxnLst/>
              <a:rect l="l" t="t" r="r" b="b"/>
              <a:pathLst>
                <a:path w="140081" h="140081">
                  <a:moveTo>
                    <a:pt x="0" y="0"/>
                  </a:moveTo>
                  <a:lnTo>
                    <a:pt x="140081" y="0"/>
                  </a:lnTo>
                  <a:lnTo>
                    <a:pt x="140081" y="140081"/>
                  </a:lnTo>
                  <a:lnTo>
                    <a:pt x="0" y="140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2153841" y="5251247"/>
            <a:ext cx="2627109" cy="347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/clubs &amp; /clubs/:id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53841" y="5663508"/>
            <a:ext cx="14240913" cy="32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Club list and club details pages.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893094" y="6407791"/>
            <a:ext cx="105070" cy="105070"/>
            <a:chOff x="0" y="0"/>
            <a:chExt cx="140094" cy="140094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140081" cy="140081"/>
            </a:xfrm>
            <a:custGeom>
              <a:avLst/>
              <a:gdLst/>
              <a:ahLst/>
              <a:cxnLst/>
              <a:rect l="l" t="t" r="r" b="b"/>
              <a:pathLst>
                <a:path w="140081" h="140081">
                  <a:moveTo>
                    <a:pt x="0" y="0"/>
                  </a:moveTo>
                  <a:lnTo>
                    <a:pt x="140081" y="0"/>
                  </a:lnTo>
                  <a:lnTo>
                    <a:pt x="140081" y="140081"/>
                  </a:lnTo>
                  <a:lnTo>
                    <a:pt x="0" y="140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2153841" y="6277127"/>
            <a:ext cx="2627109" cy="347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/calendar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53841" y="6689379"/>
            <a:ext cx="14240913" cy="32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Event calendar using react-big-calendar + date-fns.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893094" y="7433672"/>
            <a:ext cx="105070" cy="105070"/>
            <a:chOff x="0" y="0"/>
            <a:chExt cx="140094" cy="140094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140081" cy="140081"/>
            </a:xfrm>
            <a:custGeom>
              <a:avLst/>
              <a:gdLst/>
              <a:ahLst/>
              <a:cxnLst/>
              <a:rect l="l" t="t" r="r" b="b"/>
              <a:pathLst>
                <a:path w="140081" h="140081">
                  <a:moveTo>
                    <a:pt x="0" y="0"/>
                  </a:moveTo>
                  <a:lnTo>
                    <a:pt x="140081" y="0"/>
                  </a:lnTo>
                  <a:lnTo>
                    <a:pt x="140081" y="140081"/>
                  </a:lnTo>
                  <a:lnTo>
                    <a:pt x="0" y="140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2153841" y="7302998"/>
            <a:ext cx="2627109" cy="347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/recruitment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53841" y="7715250"/>
            <a:ext cx="14240913" cy="32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Recruitment information page.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893094" y="8459543"/>
            <a:ext cx="105070" cy="105070"/>
            <a:chOff x="0" y="0"/>
            <a:chExt cx="140094" cy="140094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140081" cy="140081"/>
            </a:xfrm>
            <a:custGeom>
              <a:avLst/>
              <a:gdLst/>
              <a:ahLst/>
              <a:cxnLst/>
              <a:rect l="l" t="t" r="r" b="b"/>
              <a:pathLst>
                <a:path w="140081" h="140081">
                  <a:moveTo>
                    <a:pt x="0" y="0"/>
                  </a:moveTo>
                  <a:lnTo>
                    <a:pt x="140081" y="0"/>
                  </a:lnTo>
                  <a:lnTo>
                    <a:pt x="140081" y="140081"/>
                  </a:lnTo>
                  <a:lnTo>
                    <a:pt x="0" y="140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2153841" y="8328870"/>
            <a:ext cx="2627109" cy="347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/admin &amp; /super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53841" y="8741121"/>
            <a:ext cx="14240913" cy="32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Club admin and super admin dashboards (role-gated).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E04F8-46E9-4AFA-B035-8303C3B22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2"/>
            <a:ext cx="8839200" cy="5654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877B55-D5E4-4B26-80B1-B22B116D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301" y="23813"/>
            <a:ext cx="9182099" cy="5517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F3EA48-CD3C-4A73-9F1B-BB2A847A2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02154"/>
            <a:ext cx="8839200" cy="4515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15E2BF-BD8D-4500-991D-E31F7FDFF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301" y="5540985"/>
            <a:ext cx="9182099" cy="472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7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321003"/>
            <a:ext cx="7534427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Roles &amp; Login Details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8041" y="2689327"/>
            <a:ext cx="8214274" cy="6219377"/>
            <a:chOff x="0" y="0"/>
            <a:chExt cx="10952366" cy="82925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52352" cy="8292592"/>
            </a:xfrm>
            <a:custGeom>
              <a:avLst/>
              <a:gdLst/>
              <a:ahLst/>
              <a:cxnLst/>
              <a:rect l="l" t="t" r="r" b="b"/>
              <a:pathLst>
                <a:path w="10952352" h="82925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895584" y="0"/>
                  </a:lnTo>
                  <a:cubicBezTo>
                    <a:pt x="10926952" y="0"/>
                    <a:pt x="10952352" y="25400"/>
                    <a:pt x="10952352" y="56769"/>
                  </a:cubicBezTo>
                  <a:lnTo>
                    <a:pt x="10952352" y="8235823"/>
                  </a:lnTo>
                  <a:cubicBezTo>
                    <a:pt x="10952352" y="8267192"/>
                    <a:pt x="10926952" y="8292592"/>
                    <a:pt x="10895584" y="8292592"/>
                  </a:cubicBezTo>
                  <a:lnTo>
                    <a:pt x="56769" y="8292592"/>
                  </a:lnTo>
                  <a:cubicBezTo>
                    <a:pt x="25400" y="8292592"/>
                    <a:pt x="0" y="8267192"/>
                    <a:pt x="0" y="8235823"/>
                  </a:cubicBezTo>
                  <a:close/>
                </a:path>
              </a:pathLst>
            </a:custGeom>
            <a:solidFill>
              <a:srgbClr val="97B8FF"/>
            </a:solidFill>
          </p:spPr>
        </p:sp>
      </p:grpSp>
      <p:sp>
        <p:nvSpPr>
          <p:cNvPr id="9" name="Freeform 9" descr="preencoded.png"/>
          <p:cNvSpPr/>
          <p:nvPr/>
        </p:nvSpPr>
        <p:spPr>
          <a:xfrm>
            <a:off x="1071562" y="3008262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8" y="0"/>
                </a:lnTo>
                <a:lnTo>
                  <a:pt x="708718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4666" b="-1466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134638" y="2970162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student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34638" y="3648970"/>
            <a:ext cx="658415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Standard student view — access clubs, calendar, recruitment.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071562" y="5208984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8" y="0"/>
                </a:lnTo>
                <a:lnTo>
                  <a:pt x="708718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7332" b="-733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134638" y="5170884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club_admin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34638" y="5849693"/>
            <a:ext cx="658415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Club admin sees /admin and admin sidebar features.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071562" y="7409707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8" y="0"/>
                </a:lnTo>
                <a:lnTo>
                  <a:pt x="708718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5332" b="-5334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134638" y="7371607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super_admin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34638" y="8050416"/>
            <a:ext cx="6584156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Super admin sees /super with global overview.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9397" y="2934738"/>
            <a:ext cx="4033095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Dummy Test Accounts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397" y="3613547"/>
            <a:ext cx="7805890" cy="164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student@northsouth.edu / student123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clubadmin@northsouth.edu / club123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superadmin@northsouth.edu / super123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397" y="5427764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Accounts are stored in memory only — frontend demo, not a real DB.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708967"/>
            <a:ext cx="10735713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Authentication &amp; Signup 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114352"/>
            <a:ext cx="283521" cy="45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4662935"/>
            <a:ext cx="5245446" cy="38100"/>
            <a:chOff x="0" y="0"/>
            <a:chExt cx="6993928" cy="508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" r="-27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4842720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Signup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408114"/>
            <a:ext cx="5245446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Name, email, password, confirm password, role selection. Checks: passwords match and email unique (frontend).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21206" y="4114352"/>
            <a:ext cx="283521" cy="45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21206" y="4662935"/>
            <a:ext cx="5245446" cy="38100"/>
            <a:chOff x="0" y="0"/>
            <a:chExt cx="6993928" cy="508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" r="-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521206" y="4842720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Login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21206" y="5408114"/>
            <a:ext cx="5245446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Email, password, role selection. Shows clear error messages for wrong info. Demo list of dummy accounts on the login page for testing.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50163" y="4114352"/>
            <a:ext cx="283521" cy="45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050163" y="4691215"/>
            <a:ext cx="5245446" cy="38100"/>
            <a:chOff x="0" y="0"/>
            <a:chExt cx="6993928" cy="5080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" r="-27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2050163" y="4842720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Post-Auth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50163" y="5408114"/>
            <a:ext cx="5245446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Successful auth sets role state and routes user to /home. Logout clears user and returns to login.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292848" y="734320"/>
            <a:ext cx="6075759" cy="6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Key Components &amp; Files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278561" y="1656902"/>
            <a:ext cx="13730878" cy="1219943"/>
            <a:chOff x="0" y="0"/>
            <a:chExt cx="18307837" cy="1626591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18269838" cy="1588516"/>
            </a:xfrm>
            <a:custGeom>
              <a:avLst/>
              <a:gdLst/>
              <a:ahLst/>
              <a:cxnLst/>
              <a:rect l="l" t="t" r="r" b="b"/>
              <a:pathLst>
                <a:path w="18269838" h="1588516">
                  <a:moveTo>
                    <a:pt x="0" y="39751"/>
                  </a:moveTo>
                  <a:cubicBezTo>
                    <a:pt x="0" y="17780"/>
                    <a:pt x="18161" y="0"/>
                    <a:pt x="40640" y="0"/>
                  </a:cubicBezTo>
                  <a:lnTo>
                    <a:pt x="18229199" y="0"/>
                  </a:lnTo>
                  <a:cubicBezTo>
                    <a:pt x="18251551" y="0"/>
                    <a:pt x="18269838" y="17780"/>
                    <a:pt x="18269838" y="39751"/>
                  </a:cubicBezTo>
                  <a:lnTo>
                    <a:pt x="18269838" y="1548765"/>
                  </a:lnTo>
                  <a:cubicBezTo>
                    <a:pt x="18269838" y="1570736"/>
                    <a:pt x="18251678" y="1588516"/>
                    <a:pt x="18229199" y="1588516"/>
                  </a:cubicBezTo>
                  <a:lnTo>
                    <a:pt x="40640" y="1588516"/>
                  </a:lnTo>
                  <a:cubicBezTo>
                    <a:pt x="18288" y="1588516"/>
                    <a:pt x="0" y="1570736"/>
                    <a:pt x="0" y="1548765"/>
                  </a:cubicBez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8307938" cy="1626616"/>
            </a:xfrm>
            <a:custGeom>
              <a:avLst/>
              <a:gdLst/>
              <a:ahLst/>
              <a:cxnLst/>
              <a:rect l="l" t="t" r="r" b="b"/>
              <a:pathLst>
                <a:path w="18307938" h="1626616">
                  <a:moveTo>
                    <a:pt x="0" y="58801"/>
                  </a:moveTo>
                  <a:cubicBezTo>
                    <a:pt x="0" y="25908"/>
                    <a:pt x="27051" y="0"/>
                    <a:pt x="59690" y="0"/>
                  </a:cubicBezTo>
                  <a:lnTo>
                    <a:pt x="18248249" y="0"/>
                  </a:lnTo>
                  <a:lnTo>
                    <a:pt x="18248249" y="19050"/>
                  </a:lnTo>
                  <a:lnTo>
                    <a:pt x="18248249" y="0"/>
                  </a:lnTo>
                  <a:cubicBezTo>
                    <a:pt x="18280762" y="0"/>
                    <a:pt x="18307938" y="25908"/>
                    <a:pt x="18307938" y="58801"/>
                  </a:cubicBezTo>
                  <a:lnTo>
                    <a:pt x="18288888" y="58801"/>
                  </a:lnTo>
                  <a:lnTo>
                    <a:pt x="18307938" y="58801"/>
                  </a:lnTo>
                  <a:lnTo>
                    <a:pt x="18307938" y="1567815"/>
                  </a:lnTo>
                  <a:lnTo>
                    <a:pt x="18288888" y="1567815"/>
                  </a:lnTo>
                  <a:lnTo>
                    <a:pt x="18307938" y="1567815"/>
                  </a:lnTo>
                  <a:cubicBezTo>
                    <a:pt x="18307938" y="1600708"/>
                    <a:pt x="18280887" y="1626616"/>
                    <a:pt x="18248249" y="1626616"/>
                  </a:cubicBezTo>
                  <a:lnTo>
                    <a:pt x="18248249" y="1607566"/>
                  </a:lnTo>
                  <a:lnTo>
                    <a:pt x="18248249" y="1626616"/>
                  </a:lnTo>
                  <a:lnTo>
                    <a:pt x="59690" y="1626616"/>
                  </a:lnTo>
                  <a:lnTo>
                    <a:pt x="59690" y="1607566"/>
                  </a:lnTo>
                  <a:lnTo>
                    <a:pt x="59690" y="1626616"/>
                  </a:lnTo>
                  <a:cubicBezTo>
                    <a:pt x="27178" y="1626616"/>
                    <a:pt x="0" y="1600708"/>
                    <a:pt x="0" y="1567815"/>
                  </a:cubicBezTo>
                  <a:lnTo>
                    <a:pt x="0" y="58801"/>
                  </a:lnTo>
                  <a:lnTo>
                    <a:pt x="19050" y="58801"/>
                  </a:lnTo>
                  <a:lnTo>
                    <a:pt x="0" y="58801"/>
                  </a:lnTo>
                  <a:moveTo>
                    <a:pt x="38100" y="58801"/>
                  </a:moveTo>
                  <a:lnTo>
                    <a:pt x="38100" y="1567815"/>
                  </a:lnTo>
                  <a:lnTo>
                    <a:pt x="19050" y="1567815"/>
                  </a:lnTo>
                  <a:lnTo>
                    <a:pt x="38100" y="1567815"/>
                  </a:lnTo>
                  <a:cubicBezTo>
                    <a:pt x="38100" y="1578864"/>
                    <a:pt x="47371" y="1588516"/>
                    <a:pt x="59690" y="1588516"/>
                  </a:cubicBezTo>
                  <a:lnTo>
                    <a:pt x="18248249" y="1588516"/>
                  </a:lnTo>
                  <a:cubicBezTo>
                    <a:pt x="18260568" y="1588516"/>
                    <a:pt x="18269838" y="1578864"/>
                    <a:pt x="18269838" y="1567815"/>
                  </a:cubicBezTo>
                  <a:lnTo>
                    <a:pt x="18269838" y="58801"/>
                  </a:lnTo>
                  <a:cubicBezTo>
                    <a:pt x="18269838" y="47752"/>
                    <a:pt x="18260568" y="38100"/>
                    <a:pt x="18248249" y="38100"/>
                  </a:cubicBezTo>
                  <a:lnTo>
                    <a:pt x="59690" y="38100"/>
                  </a:lnTo>
                  <a:lnTo>
                    <a:pt x="59690" y="19050"/>
                  </a:lnTo>
                  <a:lnTo>
                    <a:pt x="59690" y="38100"/>
                  </a:lnTo>
                  <a:cubicBezTo>
                    <a:pt x="47371" y="38100"/>
                    <a:pt x="38100" y="47752"/>
                    <a:pt x="38100" y="58801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321423" y="1699765"/>
            <a:ext cx="794299" cy="1134218"/>
            <a:chOff x="0" y="0"/>
            <a:chExt cx="1059066" cy="15122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9053" cy="1512316"/>
            </a:xfrm>
            <a:custGeom>
              <a:avLst/>
              <a:gdLst/>
              <a:ahLst/>
              <a:cxnLst/>
              <a:rect l="l" t="t" r="r" b="b"/>
              <a:pathLst>
                <a:path w="1059053" h="1512316">
                  <a:moveTo>
                    <a:pt x="0" y="0"/>
                  </a:moveTo>
                  <a:lnTo>
                    <a:pt x="1059053" y="0"/>
                  </a:lnTo>
                  <a:lnTo>
                    <a:pt x="1059053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3254721" y="1869729"/>
            <a:ext cx="2482301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main.jsx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54721" y="2263378"/>
            <a:ext cx="1251331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Application entry point.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78561" y="2987278"/>
            <a:ext cx="13730878" cy="1219943"/>
            <a:chOff x="0" y="0"/>
            <a:chExt cx="18307837" cy="1626591"/>
          </a:xfrm>
        </p:grpSpPr>
        <p:sp>
          <p:nvSpPr>
            <p:cNvPr id="15" name="Freeform 15"/>
            <p:cNvSpPr/>
            <p:nvPr/>
          </p:nvSpPr>
          <p:spPr>
            <a:xfrm>
              <a:off x="19050" y="19050"/>
              <a:ext cx="18269838" cy="1588516"/>
            </a:xfrm>
            <a:custGeom>
              <a:avLst/>
              <a:gdLst/>
              <a:ahLst/>
              <a:cxnLst/>
              <a:rect l="l" t="t" r="r" b="b"/>
              <a:pathLst>
                <a:path w="18269838" h="1588516">
                  <a:moveTo>
                    <a:pt x="0" y="39751"/>
                  </a:moveTo>
                  <a:cubicBezTo>
                    <a:pt x="0" y="17780"/>
                    <a:pt x="18161" y="0"/>
                    <a:pt x="40640" y="0"/>
                  </a:cubicBezTo>
                  <a:lnTo>
                    <a:pt x="18229199" y="0"/>
                  </a:lnTo>
                  <a:cubicBezTo>
                    <a:pt x="18251551" y="0"/>
                    <a:pt x="18269838" y="17780"/>
                    <a:pt x="18269838" y="39751"/>
                  </a:cubicBezTo>
                  <a:lnTo>
                    <a:pt x="18269838" y="1548765"/>
                  </a:lnTo>
                  <a:cubicBezTo>
                    <a:pt x="18269838" y="1570736"/>
                    <a:pt x="18251678" y="1588516"/>
                    <a:pt x="18229199" y="1588516"/>
                  </a:cubicBezTo>
                  <a:lnTo>
                    <a:pt x="40640" y="1588516"/>
                  </a:lnTo>
                  <a:cubicBezTo>
                    <a:pt x="18288" y="1588516"/>
                    <a:pt x="0" y="1570736"/>
                    <a:pt x="0" y="1548765"/>
                  </a:cubicBez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8307938" cy="1626616"/>
            </a:xfrm>
            <a:custGeom>
              <a:avLst/>
              <a:gdLst/>
              <a:ahLst/>
              <a:cxnLst/>
              <a:rect l="l" t="t" r="r" b="b"/>
              <a:pathLst>
                <a:path w="18307938" h="1626616">
                  <a:moveTo>
                    <a:pt x="0" y="58801"/>
                  </a:moveTo>
                  <a:cubicBezTo>
                    <a:pt x="0" y="25908"/>
                    <a:pt x="27051" y="0"/>
                    <a:pt x="59690" y="0"/>
                  </a:cubicBezTo>
                  <a:lnTo>
                    <a:pt x="18248249" y="0"/>
                  </a:lnTo>
                  <a:lnTo>
                    <a:pt x="18248249" y="19050"/>
                  </a:lnTo>
                  <a:lnTo>
                    <a:pt x="18248249" y="0"/>
                  </a:lnTo>
                  <a:cubicBezTo>
                    <a:pt x="18280762" y="0"/>
                    <a:pt x="18307938" y="25908"/>
                    <a:pt x="18307938" y="58801"/>
                  </a:cubicBezTo>
                  <a:lnTo>
                    <a:pt x="18288888" y="58801"/>
                  </a:lnTo>
                  <a:lnTo>
                    <a:pt x="18307938" y="58801"/>
                  </a:lnTo>
                  <a:lnTo>
                    <a:pt x="18307938" y="1567815"/>
                  </a:lnTo>
                  <a:lnTo>
                    <a:pt x="18288888" y="1567815"/>
                  </a:lnTo>
                  <a:lnTo>
                    <a:pt x="18307938" y="1567815"/>
                  </a:lnTo>
                  <a:cubicBezTo>
                    <a:pt x="18307938" y="1600708"/>
                    <a:pt x="18280887" y="1626616"/>
                    <a:pt x="18248249" y="1626616"/>
                  </a:cubicBezTo>
                  <a:lnTo>
                    <a:pt x="18248249" y="1607566"/>
                  </a:lnTo>
                  <a:lnTo>
                    <a:pt x="18248249" y="1626616"/>
                  </a:lnTo>
                  <a:lnTo>
                    <a:pt x="59690" y="1626616"/>
                  </a:lnTo>
                  <a:lnTo>
                    <a:pt x="59690" y="1607566"/>
                  </a:lnTo>
                  <a:lnTo>
                    <a:pt x="59690" y="1626616"/>
                  </a:lnTo>
                  <a:cubicBezTo>
                    <a:pt x="27178" y="1626616"/>
                    <a:pt x="0" y="1600708"/>
                    <a:pt x="0" y="1567815"/>
                  </a:cubicBezTo>
                  <a:lnTo>
                    <a:pt x="0" y="58801"/>
                  </a:lnTo>
                  <a:lnTo>
                    <a:pt x="19050" y="58801"/>
                  </a:lnTo>
                  <a:lnTo>
                    <a:pt x="0" y="58801"/>
                  </a:lnTo>
                  <a:moveTo>
                    <a:pt x="38100" y="58801"/>
                  </a:moveTo>
                  <a:lnTo>
                    <a:pt x="38100" y="1567815"/>
                  </a:lnTo>
                  <a:lnTo>
                    <a:pt x="19050" y="1567815"/>
                  </a:lnTo>
                  <a:lnTo>
                    <a:pt x="38100" y="1567815"/>
                  </a:lnTo>
                  <a:cubicBezTo>
                    <a:pt x="38100" y="1578864"/>
                    <a:pt x="47371" y="1588516"/>
                    <a:pt x="59690" y="1588516"/>
                  </a:cubicBezTo>
                  <a:lnTo>
                    <a:pt x="18248249" y="1588516"/>
                  </a:lnTo>
                  <a:cubicBezTo>
                    <a:pt x="18260568" y="1588516"/>
                    <a:pt x="18269838" y="1578864"/>
                    <a:pt x="18269838" y="1567815"/>
                  </a:cubicBezTo>
                  <a:lnTo>
                    <a:pt x="18269838" y="58801"/>
                  </a:lnTo>
                  <a:cubicBezTo>
                    <a:pt x="18269838" y="47752"/>
                    <a:pt x="18260568" y="38100"/>
                    <a:pt x="18248249" y="38100"/>
                  </a:cubicBezTo>
                  <a:lnTo>
                    <a:pt x="59690" y="38100"/>
                  </a:lnTo>
                  <a:lnTo>
                    <a:pt x="59690" y="19050"/>
                  </a:lnTo>
                  <a:lnTo>
                    <a:pt x="59690" y="38100"/>
                  </a:lnTo>
                  <a:cubicBezTo>
                    <a:pt x="47371" y="38100"/>
                    <a:pt x="38100" y="47752"/>
                    <a:pt x="38100" y="58801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321423" y="3030141"/>
            <a:ext cx="794299" cy="1134218"/>
            <a:chOff x="0" y="0"/>
            <a:chExt cx="1059066" cy="15122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9053" cy="1512316"/>
            </a:xfrm>
            <a:custGeom>
              <a:avLst/>
              <a:gdLst/>
              <a:ahLst/>
              <a:cxnLst/>
              <a:rect l="l" t="t" r="r" b="b"/>
              <a:pathLst>
                <a:path w="1059053" h="1512316">
                  <a:moveTo>
                    <a:pt x="0" y="0"/>
                  </a:moveTo>
                  <a:lnTo>
                    <a:pt x="1059053" y="0"/>
                  </a:lnTo>
                  <a:lnTo>
                    <a:pt x="1059053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3254721" y="3200105"/>
            <a:ext cx="2482301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App.jsx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54721" y="3593754"/>
            <a:ext cx="1251331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Routes and main layout logic.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278561" y="4317654"/>
            <a:ext cx="13730878" cy="1219943"/>
            <a:chOff x="0" y="0"/>
            <a:chExt cx="18307837" cy="1626591"/>
          </a:xfrm>
        </p:grpSpPr>
        <p:sp>
          <p:nvSpPr>
            <p:cNvPr id="22" name="Freeform 22"/>
            <p:cNvSpPr/>
            <p:nvPr/>
          </p:nvSpPr>
          <p:spPr>
            <a:xfrm>
              <a:off x="19050" y="19050"/>
              <a:ext cx="18269838" cy="1588516"/>
            </a:xfrm>
            <a:custGeom>
              <a:avLst/>
              <a:gdLst/>
              <a:ahLst/>
              <a:cxnLst/>
              <a:rect l="l" t="t" r="r" b="b"/>
              <a:pathLst>
                <a:path w="18269838" h="1588516">
                  <a:moveTo>
                    <a:pt x="0" y="39751"/>
                  </a:moveTo>
                  <a:cubicBezTo>
                    <a:pt x="0" y="17780"/>
                    <a:pt x="18161" y="0"/>
                    <a:pt x="40640" y="0"/>
                  </a:cubicBezTo>
                  <a:lnTo>
                    <a:pt x="18229199" y="0"/>
                  </a:lnTo>
                  <a:cubicBezTo>
                    <a:pt x="18251551" y="0"/>
                    <a:pt x="18269838" y="17780"/>
                    <a:pt x="18269838" y="39751"/>
                  </a:cubicBezTo>
                  <a:lnTo>
                    <a:pt x="18269838" y="1548765"/>
                  </a:lnTo>
                  <a:cubicBezTo>
                    <a:pt x="18269838" y="1570736"/>
                    <a:pt x="18251678" y="1588516"/>
                    <a:pt x="18229199" y="1588516"/>
                  </a:cubicBezTo>
                  <a:lnTo>
                    <a:pt x="40640" y="1588516"/>
                  </a:lnTo>
                  <a:cubicBezTo>
                    <a:pt x="18288" y="1588516"/>
                    <a:pt x="0" y="1570736"/>
                    <a:pt x="0" y="1548765"/>
                  </a:cubicBez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18307938" cy="1626616"/>
            </a:xfrm>
            <a:custGeom>
              <a:avLst/>
              <a:gdLst/>
              <a:ahLst/>
              <a:cxnLst/>
              <a:rect l="l" t="t" r="r" b="b"/>
              <a:pathLst>
                <a:path w="18307938" h="1626616">
                  <a:moveTo>
                    <a:pt x="0" y="58801"/>
                  </a:moveTo>
                  <a:cubicBezTo>
                    <a:pt x="0" y="25908"/>
                    <a:pt x="27051" y="0"/>
                    <a:pt x="59690" y="0"/>
                  </a:cubicBezTo>
                  <a:lnTo>
                    <a:pt x="18248249" y="0"/>
                  </a:lnTo>
                  <a:lnTo>
                    <a:pt x="18248249" y="19050"/>
                  </a:lnTo>
                  <a:lnTo>
                    <a:pt x="18248249" y="0"/>
                  </a:lnTo>
                  <a:cubicBezTo>
                    <a:pt x="18280762" y="0"/>
                    <a:pt x="18307938" y="25908"/>
                    <a:pt x="18307938" y="58801"/>
                  </a:cubicBezTo>
                  <a:lnTo>
                    <a:pt x="18288888" y="58801"/>
                  </a:lnTo>
                  <a:lnTo>
                    <a:pt x="18307938" y="58801"/>
                  </a:lnTo>
                  <a:lnTo>
                    <a:pt x="18307938" y="1567815"/>
                  </a:lnTo>
                  <a:lnTo>
                    <a:pt x="18288888" y="1567815"/>
                  </a:lnTo>
                  <a:lnTo>
                    <a:pt x="18307938" y="1567815"/>
                  </a:lnTo>
                  <a:cubicBezTo>
                    <a:pt x="18307938" y="1600708"/>
                    <a:pt x="18280887" y="1626616"/>
                    <a:pt x="18248249" y="1626616"/>
                  </a:cubicBezTo>
                  <a:lnTo>
                    <a:pt x="18248249" y="1607566"/>
                  </a:lnTo>
                  <a:lnTo>
                    <a:pt x="18248249" y="1626616"/>
                  </a:lnTo>
                  <a:lnTo>
                    <a:pt x="59690" y="1626616"/>
                  </a:lnTo>
                  <a:lnTo>
                    <a:pt x="59690" y="1607566"/>
                  </a:lnTo>
                  <a:lnTo>
                    <a:pt x="59690" y="1626616"/>
                  </a:lnTo>
                  <a:cubicBezTo>
                    <a:pt x="27178" y="1626616"/>
                    <a:pt x="0" y="1600708"/>
                    <a:pt x="0" y="1567815"/>
                  </a:cubicBezTo>
                  <a:lnTo>
                    <a:pt x="0" y="58801"/>
                  </a:lnTo>
                  <a:lnTo>
                    <a:pt x="19050" y="58801"/>
                  </a:lnTo>
                  <a:lnTo>
                    <a:pt x="0" y="58801"/>
                  </a:lnTo>
                  <a:moveTo>
                    <a:pt x="38100" y="58801"/>
                  </a:moveTo>
                  <a:lnTo>
                    <a:pt x="38100" y="1567815"/>
                  </a:lnTo>
                  <a:lnTo>
                    <a:pt x="19050" y="1567815"/>
                  </a:lnTo>
                  <a:lnTo>
                    <a:pt x="38100" y="1567815"/>
                  </a:lnTo>
                  <a:cubicBezTo>
                    <a:pt x="38100" y="1578864"/>
                    <a:pt x="47371" y="1588516"/>
                    <a:pt x="59690" y="1588516"/>
                  </a:cubicBezTo>
                  <a:lnTo>
                    <a:pt x="18248249" y="1588516"/>
                  </a:lnTo>
                  <a:cubicBezTo>
                    <a:pt x="18260568" y="1588516"/>
                    <a:pt x="18269838" y="1578864"/>
                    <a:pt x="18269838" y="1567815"/>
                  </a:cubicBezTo>
                  <a:lnTo>
                    <a:pt x="18269838" y="58801"/>
                  </a:lnTo>
                  <a:cubicBezTo>
                    <a:pt x="18269838" y="47752"/>
                    <a:pt x="18260568" y="38100"/>
                    <a:pt x="18248249" y="38100"/>
                  </a:cubicBezTo>
                  <a:lnTo>
                    <a:pt x="59690" y="38100"/>
                  </a:lnTo>
                  <a:lnTo>
                    <a:pt x="59690" y="19050"/>
                  </a:lnTo>
                  <a:lnTo>
                    <a:pt x="59690" y="38100"/>
                  </a:lnTo>
                  <a:cubicBezTo>
                    <a:pt x="47371" y="38100"/>
                    <a:pt x="38100" y="47752"/>
                    <a:pt x="38100" y="58801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2321423" y="4360516"/>
            <a:ext cx="794299" cy="1134218"/>
            <a:chOff x="0" y="0"/>
            <a:chExt cx="1059066" cy="151229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59053" cy="1512316"/>
            </a:xfrm>
            <a:custGeom>
              <a:avLst/>
              <a:gdLst/>
              <a:ahLst/>
              <a:cxnLst/>
              <a:rect l="l" t="t" r="r" b="b"/>
              <a:pathLst>
                <a:path w="1059053" h="1512316">
                  <a:moveTo>
                    <a:pt x="0" y="0"/>
                  </a:moveTo>
                  <a:lnTo>
                    <a:pt x="1059053" y="0"/>
                  </a:lnTo>
                  <a:lnTo>
                    <a:pt x="1059053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3254721" y="4530481"/>
            <a:ext cx="2482301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rolecontext.jsx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254721" y="4924130"/>
            <a:ext cx="1251331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Auth, login/signup/logout, and role state management.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278561" y="5648030"/>
            <a:ext cx="13730878" cy="1219943"/>
            <a:chOff x="0" y="0"/>
            <a:chExt cx="18307837" cy="1626591"/>
          </a:xfrm>
        </p:grpSpPr>
        <p:sp>
          <p:nvSpPr>
            <p:cNvPr id="29" name="Freeform 29"/>
            <p:cNvSpPr/>
            <p:nvPr/>
          </p:nvSpPr>
          <p:spPr>
            <a:xfrm>
              <a:off x="19050" y="19050"/>
              <a:ext cx="18269838" cy="1588516"/>
            </a:xfrm>
            <a:custGeom>
              <a:avLst/>
              <a:gdLst/>
              <a:ahLst/>
              <a:cxnLst/>
              <a:rect l="l" t="t" r="r" b="b"/>
              <a:pathLst>
                <a:path w="18269838" h="1588516">
                  <a:moveTo>
                    <a:pt x="0" y="39751"/>
                  </a:moveTo>
                  <a:cubicBezTo>
                    <a:pt x="0" y="17780"/>
                    <a:pt x="18161" y="0"/>
                    <a:pt x="40640" y="0"/>
                  </a:cubicBezTo>
                  <a:lnTo>
                    <a:pt x="18229199" y="0"/>
                  </a:lnTo>
                  <a:cubicBezTo>
                    <a:pt x="18251551" y="0"/>
                    <a:pt x="18269838" y="17780"/>
                    <a:pt x="18269838" y="39751"/>
                  </a:cubicBezTo>
                  <a:lnTo>
                    <a:pt x="18269838" y="1548765"/>
                  </a:lnTo>
                  <a:cubicBezTo>
                    <a:pt x="18269838" y="1570736"/>
                    <a:pt x="18251678" y="1588516"/>
                    <a:pt x="18229199" y="1588516"/>
                  </a:cubicBezTo>
                  <a:lnTo>
                    <a:pt x="40640" y="1588516"/>
                  </a:lnTo>
                  <a:cubicBezTo>
                    <a:pt x="18288" y="1588516"/>
                    <a:pt x="0" y="1570736"/>
                    <a:pt x="0" y="1548765"/>
                  </a:cubicBez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8307938" cy="1626616"/>
            </a:xfrm>
            <a:custGeom>
              <a:avLst/>
              <a:gdLst/>
              <a:ahLst/>
              <a:cxnLst/>
              <a:rect l="l" t="t" r="r" b="b"/>
              <a:pathLst>
                <a:path w="18307938" h="1626616">
                  <a:moveTo>
                    <a:pt x="0" y="58801"/>
                  </a:moveTo>
                  <a:cubicBezTo>
                    <a:pt x="0" y="25908"/>
                    <a:pt x="27051" y="0"/>
                    <a:pt x="59690" y="0"/>
                  </a:cubicBezTo>
                  <a:lnTo>
                    <a:pt x="18248249" y="0"/>
                  </a:lnTo>
                  <a:lnTo>
                    <a:pt x="18248249" y="19050"/>
                  </a:lnTo>
                  <a:lnTo>
                    <a:pt x="18248249" y="0"/>
                  </a:lnTo>
                  <a:cubicBezTo>
                    <a:pt x="18280762" y="0"/>
                    <a:pt x="18307938" y="25908"/>
                    <a:pt x="18307938" y="58801"/>
                  </a:cubicBezTo>
                  <a:lnTo>
                    <a:pt x="18288888" y="58801"/>
                  </a:lnTo>
                  <a:lnTo>
                    <a:pt x="18307938" y="58801"/>
                  </a:lnTo>
                  <a:lnTo>
                    <a:pt x="18307938" y="1567815"/>
                  </a:lnTo>
                  <a:lnTo>
                    <a:pt x="18288888" y="1567815"/>
                  </a:lnTo>
                  <a:lnTo>
                    <a:pt x="18307938" y="1567815"/>
                  </a:lnTo>
                  <a:cubicBezTo>
                    <a:pt x="18307938" y="1600708"/>
                    <a:pt x="18280887" y="1626616"/>
                    <a:pt x="18248249" y="1626616"/>
                  </a:cubicBezTo>
                  <a:lnTo>
                    <a:pt x="18248249" y="1607566"/>
                  </a:lnTo>
                  <a:lnTo>
                    <a:pt x="18248249" y="1626616"/>
                  </a:lnTo>
                  <a:lnTo>
                    <a:pt x="59690" y="1626616"/>
                  </a:lnTo>
                  <a:lnTo>
                    <a:pt x="59690" y="1607566"/>
                  </a:lnTo>
                  <a:lnTo>
                    <a:pt x="59690" y="1626616"/>
                  </a:lnTo>
                  <a:cubicBezTo>
                    <a:pt x="27178" y="1626616"/>
                    <a:pt x="0" y="1600708"/>
                    <a:pt x="0" y="1567815"/>
                  </a:cubicBezTo>
                  <a:lnTo>
                    <a:pt x="0" y="58801"/>
                  </a:lnTo>
                  <a:lnTo>
                    <a:pt x="19050" y="58801"/>
                  </a:lnTo>
                  <a:lnTo>
                    <a:pt x="0" y="58801"/>
                  </a:lnTo>
                  <a:moveTo>
                    <a:pt x="38100" y="58801"/>
                  </a:moveTo>
                  <a:lnTo>
                    <a:pt x="38100" y="1567815"/>
                  </a:lnTo>
                  <a:lnTo>
                    <a:pt x="19050" y="1567815"/>
                  </a:lnTo>
                  <a:lnTo>
                    <a:pt x="38100" y="1567815"/>
                  </a:lnTo>
                  <a:cubicBezTo>
                    <a:pt x="38100" y="1578864"/>
                    <a:pt x="47371" y="1588516"/>
                    <a:pt x="59690" y="1588516"/>
                  </a:cubicBezTo>
                  <a:lnTo>
                    <a:pt x="18248249" y="1588516"/>
                  </a:lnTo>
                  <a:cubicBezTo>
                    <a:pt x="18260568" y="1588516"/>
                    <a:pt x="18269838" y="1578864"/>
                    <a:pt x="18269838" y="1567815"/>
                  </a:cubicBezTo>
                  <a:lnTo>
                    <a:pt x="18269838" y="58801"/>
                  </a:lnTo>
                  <a:cubicBezTo>
                    <a:pt x="18269838" y="47752"/>
                    <a:pt x="18260568" y="38100"/>
                    <a:pt x="18248249" y="38100"/>
                  </a:cubicBezTo>
                  <a:lnTo>
                    <a:pt x="59690" y="38100"/>
                  </a:lnTo>
                  <a:lnTo>
                    <a:pt x="59690" y="19050"/>
                  </a:lnTo>
                  <a:lnTo>
                    <a:pt x="59690" y="38100"/>
                  </a:lnTo>
                  <a:cubicBezTo>
                    <a:pt x="47371" y="38100"/>
                    <a:pt x="38100" y="47752"/>
                    <a:pt x="38100" y="58801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2321423" y="5690892"/>
            <a:ext cx="794299" cy="1134218"/>
            <a:chOff x="0" y="0"/>
            <a:chExt cx="1059066" cy="151229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59053" cy="1512316"/>
            </a:xfrm>
            <a:custGeom>
              <a:avLst/>
              <a:gdLst/>
              <a:ahLst/>
              <a:cxnLst/>
              <a:rect l="l" t="t" r="r" b="b"/>
              <a:pathLst>
                <a:path w="1059053" h="1512316">
                  <a:moveTo>
                    <a:pt x="0" y="0"/>
                  </a:moveTo>
                  <a:lnTo>
                    <a:pt x="1059053" y="0"/>
                  </a:lnTo>
                  <a:lnTo>
                    <a:pt x="1059053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3254721" y="5860847"/>
            <a:ext cx="4083996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src/pages/* &amp; src/components/*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54721" y="6254506"/>
            <a:ext cx="1251331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Individual page files and reusable UI like header, footer, cards, sidebar.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2278561" y="6978406"/>
            <a:ext cx="13730878" cy="1219943"/>
            <a:chOff x="0" y="0"/>
            <a:chExt cx="18307837" cy="1626591"/>
          </a:xfrm>
        </p:grpSpPr>
        <p:sp>
          <p:nvSpPr>
            <p:cNvPr id="36" name="Freeform 36"/>
            <p:cNvSpPr/>
            <p:nvPr/>
          </p:nvSpPr>
          <p:spPr>
            <a:xfrm>
              <a:off x="19050" y="19050"/>
              <a:ext cx="18269838" cy="1588516"/>
            </a:xfrm>
            <a:custGeom>
              <a:avLst/>
              <a:gdLst/>
              <a:ahLst/>
              <a:cxnLst/>
              <a:rect l="l" t="t" r="r" b="b"/>
              <a:pathLst>
                <a:path w="18269838" h="1588516">
                  <a:moveTo>
                    <a:pt x="0" y="39751"/>
                  </a:moveTo>
                  <a:cubicBezTo>
                    <a:pt x="0" y="17780"/>
                    <a:pt x="18161" y="0"/>
                    <a:pt x="40640" y="0"/>
                  </a:cubicBezTo>
                  <a:lnTo>
                    <a:pt x="18229199" y="0"/>
                  </a:lnTo>
                  <a:cubicBezTo>
                    <a:pt x="18251551" y="0"/>
                    <a:pt x="18269838" y="17780"/>
                    <a:pt x="18269838" y="39751"/>
                  </a:cubicBezTo>
                  <a:lnTo>
                    <a:pt x="18269838" y="1548765"/>
                  </a:lnTo>
                  <a:cubicBezTo>
                    <a:pt x="18269838" y="1570736"/>
                    <a:pt x="18251678" y="1588516"/>
                    <a:pt x="18229199" y="1588516"/>
                  </a:cubicBezTo>
                  <a:lnTo>
                    <a:pt x="40640" y="1588516"/>
                  </a:lnTo>
                  <a:cubicBezTo>
                    <a:pt x="18288" y="1588516"/>
                    <a:pt x="0" y="1570736"/>
                    <a:pt x="0" y="1548765"/>
                  </a:cubicBez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18307938" cy="1626616"/>
            </a:xfrm>
            <a:custGeom>
              <a:avLst/>
              <a:gdLst/>
              <a:ahLst/>
              <a:cxnLst/>
              <a:rect l="l" t="t" r="r" b="b"/>
              <a:pathLst>
                <a:path w="18307938" h="1626616">
                  <a:moveTo>
                    <a:pt x="0" y="58801"/>
                  </a:moveTo>
                  <a:cubicBezTo>
                    <a:pt x="0" y="25908"/>
                    <a:pt x="27051" y="0"/>
                    <a:pt x="59690" y="0"/>
                  </a:cubicBezTo>
                  <a:lnTo>
                    <a:pt x="18248249" y="0"/>
                  </a:lnTo>
                  <a:lnTo>
                    <a:pt x="18248249" y="19050"/>
                  </a:lnTo>
                  <a:lnTo>
                    <a:pt x="18248249" y="0"/>
                  </a:lnTo>
                  <a:cubicBezTo>
                    <a:pt x="18280762" y="0"/>
                    <a:pt x="18307938" y="25908"/>
                    <a:pt x="18307938" y="58801"/>
                  </a:cubicBezTo>
                  <a:lnTo>
                    <a:pt x="18288888" y="58801"/>
                  </a:lnTo>
                  <a:lnTo>
                    <a:pt x="18307938" y="58801"/>
                  </a:lnTo>
                  <a:lnTo>
                    <a:pt x="18307938" y="1567815"/>
                  </a:lnTo>
                  <a:lnTo>
                    <a:pt x="18288888" y="1567815"/>
                  </a:lnTo>
                  <a:lnTo>
                    <a:pt x="18307938" y="1567815"/>
                  </a:lnTo>
                  <a:cubicBezTo>
                    <a:pt x="18307938" y="1600708"/>
                    <a:pt x="18280887" y="1626616"/>
                    <a:pt x="18248249" y="1626616"/>
                  </a:cubicBezTo>
                  <a:lnTo>
                    <a:pt x="18248249" y="1607566"/>
                  </a:lnTo>
                  <a:lnTo>
                    <a:pt x="18248249" y="1626616"/>
                  </a:lnTo>
                  <a:lnTo>
                    <a:pt x="59690" y="1626616"/>
                  </a:lnTo>
                  <a:lnTo>
                    <a:pt x="59690" y="1607566"/>
                  </a:lnTo>
                  <a:lnTo>
                    <a:pt x="59690" y="1626616"/>
                  </a:lnTo>
                  <a:cubicBezTo>
                    <a:pt x="27178" y="1626616"/>
                    <a:pt x="0" y="1600708"/>
                    <a:pt x="0" y="1567815"/>
                  </a:cubicBezTo>
                  <a:lnTo>
                    <a:pt x="0" y="58801"/>
                  </a:lnTo>
                  <a:lnTo>
                    <a:pt x="19050" y="58801"/>
                  </a:lnTo>
                  <a:lnTo>
                    <a:pt x="0" y="58801"/>
                  </a:lnTo>
                  <a:moveTo>
                    <a:pt x="38100" y="58801"/>
                  </a:moveTo>
                  <a:lnTo>
                    <a:pt x="38100" y="1567815"/>
                  </a:lnTo>
                  <a:lnTo>
                    <a:pt x="19050" y="1567815"/>
                  </a:lnTo>
                  <a:lnTo>
                    <a:pt x="38100" y="1567815"/>
                  </a:lnTo>
                  <a:cubicBezTo>
                    <a:pt x="38100" y="1578864"/>
                    <a:pt x="47371" y="1588516"/>
                    <a:pt x="59690" y="1588516"/>
                  </a:cubicBezTo>
                  <a:lnTo>
                    <a:pt x="18248249" y="1588516"/>
                  </a:lnTo>
                  <a:cubicBezTo>
                    <a:pt x="18260568" y="1588516"/>
                    <a:pt x="18269838" y="1578864"/>
                    <a:pt x="18269838" y="1567815"/>
                  </a:cubicBezTo>
                  <a:lnTo>
                    <a:pt x="18269838" y="58801"/>
                  </a:lnTo>
                  <a:cubicBezTo>
                    <a:pt x="18269838" y="47752"/>
                    <a:pt x="18260568" y="38100"/>
                    <a:pt x="18248249" y="38100"/>
                  </a:cubicBezTo>
                  <a:lnTo>
                    <a:pt x="59690" y="38100"/>
                  </a:lnTo>
                  <a:lnTo>
                    <a:pt x="59690" y="19050"/>
                  </a:lnTo>
                  <a:lnTo>
                    <a:pt x="59690" y="38100"/>
                  </a:lnTo>
                  <a:cubicBezTo>
                    <a:pt x="47371" y="38100"/>
                    <a:pt x="38100" y="47752"/>
                    <a:pt x="38100" y="58801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2321423" y="7021268"/>
            <a:ext cx="794299" cy="1134218"/>
            <a:chOff x="0" y="0"/>
            <a:chExt cx="1059066" cy="151229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59053" cy="1512316"/>
            </a:xfrm>
            <a:custGeom>
              <a:avLst/>
              <a:gdLst/>
              <a:ahLst/>
              <a:cxnLst/>
              <a:rect l="l" t="t" r="r" b="b"/>
              <a:pathLst>
                <a:path w="1059053" h="1512316">
                  <a:moveTo>
                    <a:pt x="0" y="0"/>
                  </a:moveTo>
                  <a:lnTo>
                    <a:pt x="1059053" y="0"/>
                  </a:lnTo>
                  <a:lnTo>
                    <a:pt x="1059053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3254721" y="7191223"/>
            <a:ext cx="4065384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mockclubs.jsx &amp; mockevents.jsx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254721" y="7584872"/>
            <a:ext cx="1251331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Dummy club and event data for pages and calendar.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2278561" y="8308772"/>
            <a:ext cx="13730878" cy="1219943"/>
            <a:chOff x="0" y="0"/>
            <a:chExt cx="18307837" cy="1626591"/>
          </a:xfrm>
        </p:grpSpPr>
        <p:sp>
          <p:nvSpPr>
            <p:cNvPr id="43" name="Freeform 43"/>
            <p:cNvSpPr/>
            <p:nvPr/>
          </p:nvSpPr>
          <p:spPr>
            <a:xfrm>
              <a:off x="19050" y="19050"/>
              <a:ext cx="18269838" cy="1588516"/>
            </a:xfrm>
            <a:custGeom>
              <a:avLst/>
              <a:gdLst/>
              <a:ahLst/>
              <a:cxnLst/>
              <a:rect l="l" t="t" r="r" b="b"/>
              <a:pathLst>
                <a:path w="18269838" h="1588516">
                  <a:moveTo>
                    <a:pt x="0" y="39751"/>
                  </a:moveTo>
                  <a:cubicBezTo>
                    <a:pt x="0" y="17780"/>
                    <a:pt x="18161" y="0"/>
                    <a:pt x="40640" y="0"/>
                  </a:cubicBezTo>
                  <a:lnTo>
                    <a:pt x="18229199" y="0"/>
                  </a:lnTo>
                  <a:cubicBezTo>
                    <a:pt x="18251551" y="0"/>
                    <a:pt x="18269838" y="17780"/>
                    <a:pt x="18269838" y="39751"/>
                  </a:cubicBezTo>
                  <a:lnTo>
                    <a:pt x="18269838" y="1548765"/>
                  </a:lnTo>
                  <a:cubicBezTo>
                    <a:pt x="18269838" y="1570736"/>
                    <a:pt x="18251678" y="1588516"/>
                    <a:pt x="18229199" y="1588516"/>
                  </a:cubicBezTo>
                  <a:lnTo>
                    <a:pt x="40640" y="1588516"/>
                  </a:lnTo>
                  <a:cubicBezTo>
                    <a:pt x="18288" y="1588516"/>
                    <a:pt x="0" y="1570736"/>
                    <a:pt x="0" y="1548765"/>
                  </a:cubicBez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18307938" cy="1626616"/>
            </a:xfrm>
            <a:custGeom>
              <a:avLst/>
              <a:gdLst/>
              <a:ahLst/>
              <a:cxnLst/>
              <a:rect l="l" t="t" r="r" b="b"/>
              <a:pathLst>
                <a:path w="18307938" h="1626616">
                  <a:moveTo>
                    <a:pt x="0" y="58801"/>
                  </a:moveTo>
                  <a:cubicBezTo>
                    <a:pt x="0" y="25908"/>
                    <a:pt x="27051" y="0"/>
                    <a:pt x="59690" y="0"/>
                  </a:cubicBezTo>
                  <a:lnTo>
                    <a:pt x="18248249" y="0"/>
                  </a:lnTo>
                  <a:lnTo>
                    <a:pt x="18248249" y="19050"/>
                  </a:lnTo>
                  <a:lnTo>
                    <a:pt x="18248249" y="0"/>
                  </a:lnTo>
                  <a:cubicBezTo>
                    <a:pt x="18280762" y="0"/>
                    <a:pt x="18307938" y="25908"/>
                    <a:pt x="18307938" y="58801"/>
                  </a:cubicBezTo>
                  <a:lnTo>
                    <a:pt x="18288888" y="58801"/>
                  </a:lnTo>
                  <a:lnTo>
                    <a:pt x="18307938" y="58801"/>
                  </a:lnTo>
                  <a:lnTo>
                    <a:pt x="18307938" y="1567815"/>
                  </a:lnTo>
                  <a:lnTo>
                    <a:pt x="18288888" y="1567815"/>
                  </a:lnTo>
                  <a:lnTo>
                    <a:pt x="18307938" y="1567815"/>
                  </a:lnTo>
                  <a:cubicBezTo>
                    <a:pt x="18307938" y="1600708"/>
                    <a:pt x="18280887" y="1626616"/>
                    <a:pt x="18248249" y="1626616"/>
                  </a:cubicBezTo>
                  <a:lnTo>
                    <a:pt x="18248249" y="1607566"/>
                  </a:lnTo>
                  <a:lnTo>
                    <a:pt x="18248249" y="1626616"/>
                  </a:lnTo>
                  <a:lnTo>
                    <a:pt x="59690" y="1626616"/>
                  </a:lnTo>
                  <a:lnTo>
                    <a:pt x="59690" y="1607566"/>
                  </a:lnTo>
                  <a:lnTo>
                    <a:pt x="59690" y="1626616"/>
                  </a:lnTo>
                  <a:cubicBezTo>
                    <a:pt x="27178" y="1626616"/>
                    <a:pt x="0" y="1600708"/>
                    <a:pt x="0" y="1567815"/>
                  </a:cubicBezTo>
                  <a:lnTo>
                    <a:pt x="0" y="58801"/>
                  </a:lnTo>
                  <a:lnTo>
                    <a:pt x="19050" y="58801"/>
                  </a:lnTo>
                  <a:lnTo>
                    <a:pt x="0" y="58801"/>
                  </a:lnTo>
                  <a:moveTo>
                    <a:pt x="38100" y="58801"/>
                  </a:moveTo>
                  <a:lnTo>
                    <a:pt x="38100" y="1567815"/>
                  </a:lnTo>
                  <a:lnTo>
                    <a:pt x="19050" y="1567815"/>
                  </a:lnTo>
                  <a:lnTo>
                    <a:pt x="38100" y="1567815"/>
                  </a:lnTo>
                  <a:cubicBezTo>
                    <a:pt x="38100" y="1578864"/>
                    <a:pt x="47371" y="1588516"/>
                    <a:pt x="59690" y="1588516"/>
                  </a:cubicBezTo>
                  <a:lnTo>
                    <a:pt x="18248249" y="1588516"/>
                  </a:lnTo>
                  <a:cubicBezTo>
                    <a:pt x="18260568" y="1588516"/>
                    <a:pt x="18269838" y="1578864"/>
                    <a:pt x="18269838" y="1567815"/>
                  </a:cubicBezTo>
                  <a:lnTo>
                    <a:pt x="18269838" y="58801"/>
                  </a:lnTo>
                  <a:cubicBezTo>
                    <a:pt x="18269838" y="47752"/>
                    <a:pt x="18260568" y="38100"/>
                    <a:pt x="18248249" y="38100"/>
                  </a:cubicBezTo>
                  <a:lnTo>
                    <a:pt x="59690" y="38100"/>
                  </a:lnTo>
                  <a:lnTo>
                    <a:pt x="59690" y="19050"/>
                  </a:lnTo>
                  <a:lnTo>
                    <a:pt x="59690" y="38100"/>
                  </a:lnTo>
                  <a:cubicBezTo>
                    <a:pt x="47371" y="38100"/>
                    <a:pt x="38100" y="47752"/>
                    <a:pt x="38100" y="58801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2321423" y="8351634"/>
            <a:ext cx="794299" cy="1134218"/>
            <a:chOff x="0" y="0"/>
            <a:chExt cx="1059066" cy="151229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59053" cy="1512316"/>
            </a:xfrm>
            <a:custGeom>
              <a:avLst/>
              <a:gdLst/>
              <a:ahLst/>
              <a:cxnLst/>
              <a:rect l="l" t="t" r="r" b="b"/>
              <a:pathLst>
                <a:path w="1059053" h="1512316">
                  <a:moveTo>
                    <a:pt x="0" y="0"/>
                  </a:moveTo>
                  <a:lnTo>
                    <a:pt x="1059053" y="0"/>
                  </a:lnTo>
                  <a:lnTo>
                    <a:pt x="1059053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3254721" y="8521598"/>
            <a:ext cx="2482301" cy="33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index.css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254721" y="8915248"/>
            <a:ext cx="1251331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62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Single style file for spacing, typography, and responsive layout.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174994"/>
            <a:ext cx="9494787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Pages — What Each Shows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862262"/>
            <a:ext cx="637880" cy="637880"/>
            <a:chOff x="0" y="0"/>
            <a:chExt cx="850506" cy="8505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913630" y="2921498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Home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13630" y="3600298"/>
            <a:ext cx="433506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Intro text + quick action buttons to clubs and calendar.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238" y="5160321"/>
            <a:ext cx="637880" cy="637880"/>
            <a:chOff x="0" y="0"/>
            <a:chExt cx="850506" cy="8505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913630" y="5219548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Clubs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13630" y="5898356"/>
            <a:ext cx="4335066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List of clubs from mock data.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238" y="7004742"/>
            <a:ext cx="637880" cy="637880"/>
            <a:chOff x="0" y="0"/>
            <a:chExt cx="850506" cy="8505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913630" y="7063978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Club Profile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13630" y="7742787"/>
            <a:ext cx="433506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Full club details and exec members.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949973" y="2862262"/>
            <a:ext cx="637880" cy="637880"/>
            <a:chOff x="0" y="0"/>
            <a:chExt cx="850506" cy="8505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7871374" y="2921498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Calendar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71374" y="3600298"/>
            <a:ext cx="4078929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Monthly/weekly views with events (react-big-calendar).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304662" y="2862262"/>
            <a:ext cx="637880" cy="637880"/>
            <a:chOff x="0" y="0"/>
            <a:chExt cx="850506" cy="8505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3226053" y="2921498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Recruitment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26053" y="3600298"/>
            <a:ext cx="4079081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Recruitment info and calls to join.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949973" y="5160321"/>
            <a:ext cx="637880" cy="637880"/>
            <a:chOff x="0" y="0"/>
            <a:chExt cx="850506" cy="8505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7871374" y="5219548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Admin Dashboards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71374" y="5898356"/>
            <a:ext cx="943377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Club admin: stats and tools. Super admin: global overview.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492891"/>
            <a:ext cx="7973168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Design Improvements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3003052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2238" y="4028037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Readability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593431"/>
            <a:ext cx="7974511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Bigger line spacing and larger important text for easier reading.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21108" y="3003052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999" r="-200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21108" y="4028037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UI Polish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21108" y="4593431"/>
            <a:ext cx="7974654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Cleaner titles, bigger inputs, improved padding, and modern card styles.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238" y="6153445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2000" b="-32000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92238" y="717843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Responsive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7743825"/>
            <a:ext cx="7974511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Layouts adapted for mobile and desktop.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21108" y="6153445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2666" b="-2667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321108" y="717843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Colors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21108" y="7743825"/>
            <a:ext cx="7974654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Theme colors applied—accent use of #97b8ffff, #7AF0FF, #120336, #0D0326 for emphasis.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703014"/>
            <a:ext cx="9866109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97B8FF"/>
                </a:solidFill>
                <a:latin typeface="Arimo"/>
                <a:ea typeface="Arimo"/>
                <a:cs typeface="Arimo"/>
                <a:sym typeface="Arimo"/>
              </a:rPr>
              <a:t>Status, Limits &amp; How to Run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4213174"/>
            <a:ext cx="5245446" cy="2540946"/>
            <a:chOff x="0" y="0"/>
            <a:chExt cx="6993928" cy="33879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94017" cy="3387979"/>
            </a:xfrm>
            <a:custGeom>
              <a:avLst/>
              <a:gdLst/>
              <a:ahLst/>
              <a:cxnLst/>
              <a:rect l="l" t="t" r="r" b="b"/>
              <a:pathLst>
                <a:path w="6994017" h="338797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3331210"/>
                  </a:lnTo>
                  <a:cubicBezTo>
                    <a:pt x="6994017" y="3362579"/>
                    <a:pt x="6968617" y="3387979"/>
                    <a:pt x="6937248" y="3387979"/>
                  </a:cubicBezTo>
                  <a:lnTo>
                    <a:pt x="56769" y="3387979"/>
                  </a:lnTo>
                  <a:cubicBezTo>
                    <a:pt x="25400" y="3387979"/>
                    <a:pt x="0" y="3362579"/>
                    <a:pt x="0" y="3331210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275759" y="4458595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Current Status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759" y="5023990"/>
            <a:ext cx="467841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npm run lint passes. npm run build passes. Run locally with npm run dev.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21206" y="4213174"/>
            <a:ext cx="5245446" cy="2540946"/>
            <a:chOff x="0" y="0"/>
            <a:chExt cx="6993928" cy="33879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94017" cy="3387979"/>
            </a:xfrm>
            <a:custGeom>
              <a:avLst/>
              <a:gdLst/>
              <a:ahLst/>
              <a:cxnLst/>
              <a:rect l="l" t="t" r="r" b="b"/>
              <a:pathLst>
                <a:path w="6994017" h="338797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3331210"/>
                  </a:lnTo>
                  <a:cubicBezTo>
                    <a:pt x="6994017" y="3362579"/>
                    <a:pt x="6968617" y="3387979"/>
                    <a:pt x="6937248" y="3387979"/>
                  </a:cubicBezTo>
                  <a:lnTo>
                    <a:pt x="56769" y="3387979"/>
                  </a:lnTo>
                  <a:cubicBezTo>
                    <a:pt x="25400" y="3387979"/>
                    <a:pt x="0" y="3362579"/>
                    <a:pt x="0" y="3331210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6804717" y="4458595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Known Limits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4717" y="5023990"/>
            <a:ext cx="467841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Frontend-only auth (not secure), data is in-memory and resets on refresh, no backend/database yet.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50163" y="4213174"/>
            <a:ext cx="5245446" cy="2540946"/>
            <a:chOff x="0" y="0"/>
            <a:chExt cx="6993928" cy="33879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94017" cy="3387979"/>
            </a:xfrm>
            <a:custGeom>
              <a:avLst/>
              <a:gdLst/>
              <a:ahLst/>
              <a:cxnLst/>
              <a:rect l="l" t="t" r="r" b="b"/>
              <a:pathLst>
                <a:path w="6994017" h="338797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3331210"/>
                  </a:lnTo>
                  <a:cubicBezTo>
                    <a:pt x="6994017" y="3362579"/>
                    <a:pt x="6968617" y="3387979"/>
                    <a:pt x="6937248" y="3387979"/>
                  </a:cubicBezTo>
                  <a:lnTo>
                    <a:pt x="56769" y="3387979"/>
                  </a:lnTo>
                  <a:cubicBezTo>
                    <a:pt x="25400" y="3387979"/>
                    <a:pt x="0" y="3362579"/>
                    <a:pt x="0" y="3331210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333684" y="4458595"/>
            <a:ext cx="3562350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Next Steps (simple)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33684" y="5023990"/>
            <a:ext cx="467841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Add backend API, persistent DB, and secure authentication to move to production.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238" y="6987330"/>
            <a:ext cx="163035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All text and facts match the original project details; language is simple and concise for easy sharing.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98</TotalTime>
  <Words>607</Words>
  <Application>Microsoft Office PowerPoint</Application>
  <PresentationFormat>Custom</PresentationFormat>
  <Paragraphs>108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Wingdings 2</vt:lpstr>
      <vt:lpstr>Noto Sans</vt:lpstr>
      <vt:lpstr>Calisto MT</vt:lpstr>
      <vt:lpstr>Calibri</vt:lpstr>
      <vt:lpstr>Arimo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NSU-ClubHub-Frontend-Overview.pptx</dc:title>
  <dc:creator>User</dc:creator>
  <cp:lastModifiedBy>Shabab Alam</cp:lastModifiedBy>
  <cp:revision>2</cp:revision>
  <dcterms:created xsi:type="dcterms:W3CDTF">2006-08-16T00:00:00Z</dcterms:created>
  <dcterms:modified xsi:type="dcterms:W3CDTF">2026-02-22T18:31:02Z</dcterms:modified>
  <dc:identifier>DAHB_hMkSMs</dc:identifier>
</cp:coreProperties>
</file>