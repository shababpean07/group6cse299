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Light" charset="1" panose="00000400000000000000"/>
      <p:regular r:id="rId16"/>
    </p:embeddedFont>
    <p:embeddedFont>
      <p:font typeface="Roboto Bold" charset="1" panose="02000000000000000000"/>
      <p:regular r:id="rId17"/>
    </p:embeddedFont>
    <p:embeddedFont>
      <p:font typeface="Roboto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775222"/>
            <a:ext cx="7088238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NSU ClubHub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831754"/>
            <a:ext cx="14016628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 Centralized Club Management &amp; Engagement Portal for North South University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604622"/>
            <a:ext cx="16303523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Course: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CSE299.4</a:t>
            </a:r>
          </a:p>
          <a:p>
            <a:pPr algn="l">
              <a:lnSpc>
                <a:spcPts val="3561"/>
              </a:lnSpc>
            </a:pPr>
            <a:r>
              <a:rPr lang="en-US" sz="2187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Group: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Group-6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830813"/>
            <a:ext cx="16303523" cy="230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M.A Rahman Junaid (2311947642)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Shabab Alam Pean (2231829042)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Mohammad Safayet Alif (2232562642)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Syed Mohim Rahman Preo (2232812642)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7261622"/>
            <a:ext cx="16303523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Faculty Advisor: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Dr. Mohammad Shifat-E-Rabbi</a:t>
            </a:r>
          </a:p>
          <a:p>
            <a:pPr algn="l">
              <a:lnSpc>
                <a:spcPts val="3561"/>
              </a:lnSpc>
            </a:pPr>
            <a:r>
              <a:rPr lang="en-US" sz="2187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Semester: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Spring,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59321"/>
            <a:ext cx="7088238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Executive Summary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73188" y="3545681"/>
            <a:ext cx="8048054" cy="2201608"/>
          </a:xfrm>
          <a:custGeom>
            <a:avLst/>
            <a:gdLst/>
            <a:ahLst/>
            <a:cxnLst/>
            <a:rect r="r" b="b" t="t" l="l"/>
            <a:pathLst>
              <a:path h="2201608" w="8048054">
                <a:moveTo>
                  <a:pt x="0" y="0"/>
                </a:moveTo>
                <a:lnTo>
                  <a:pt x="8048054" y="0"/>
                </a:lnTo>
                <a:lnTo>
                  <a:pt x="8048054" y="2201609"/>
                </a:lnTo>
                <a:lnTo>
                  <a:pt x="0" y="220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54138" y="3564731"/>
            <a:ext cx="152400" cy="2163508"/>
            <a:chOff x="0" y="0"/>
            <a:chExt cx="203200" cy="2884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28159" y="3791102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159" y="4308872"/>
            <a:ext cx="7252392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Fragmented club management via scattered Facebook groups and physical posters.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266634" y="3545681"/>
            <a:ext cx="8048244" cy="2201608"/>
          </a:xfrm>
          <a:custGeom>
            <a:avLst/>
            <a:gdLst/>
            <a:ahLst/>
            <a:cxnLst/>
            <a:rect r="r" b="b" t="t" l="l"/>
            <a:pathLst>
              <a:path h="2201608" w="8048244">
                <a:moveTo>
                  <a:pt x="0" y="0"/>
                </a:moveTo>
                <a:lnTo>
                  <a:pt x="8048244" y="0"/>
                </a:lnTo>
                <a:lnTo>
                  <a:pt x="8048244" y="2201609"/>
                </a:lnTo>
                <a:lnTo>
                  <a:pt x="0" y="2201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247584" y="3564731"/>
            <a:ext cx="152400" cy="2163508"/>
            <a:chOff x="0" y="0"/>
            <a:chExt cx="203200" cy="28846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721606" y="3791102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Solution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1606" y="4308872"/>
            <a:ext cx="7252545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 unified, web-based "One-Stop Solution" for all club activities.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73188" y="5992711"/>
            <a:ext cx="8048054" cy="2201608"/>
          </a:xfrm>
          <a:custGeom>
            <a:avLst/>
            <a:gdLst/>
            <a:ahLst/>
            <a:cxnLst/>
            <a:rect r="r" b="b" t="t" l="l"/>
            <a:pathLst>
              <a:path h="2201608" w="8048054">
                <a:moveTo>
                  <a:pt x="0" y="0"/>
                </a:moveTo>
                <a:lnTo>
                  <a:pt x="8048054" y="0"/>
                </a:lnTo>
                <a:lnTo>
                  <a:pt x="8048054" y="2201608"/>
                </a:lnTo>
                <a:lnTo>
                  <a:pt x="0" y="2201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54138" y="6011761"/>
            <a:ext cx="152400" cy="2163508"/>
            <a:chOff x="0" y="0"/>
            <a:chExt cx="203200" cy="28846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428159" y="6238132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Core Functions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159" y="6755902"/>
            <a:ext cx="7252392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Students can explore clubs, track events, and register for recruitments.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266634" y="5992711"/>
            <a:ext cx="8048244" cy="2201608"/>
          </a:xfrm>
          <a:custGeom>
            <a:avLst/>
            <a:gdLst/>
            <a:ahLst/>
            <a:cxnLst/>
            <a:rect r="r" b="b" t="t" l="l"/>
            <a:pathLst>
              <a:path h="2201608" w="8048244">
                <a:moveTo>
                  <a:pt x="0" y="0"/>
                </a:moveTo>
                <a:lnTo>
                  <a:pt x="8048244" y="0"/>
                </a:lnTo>
                <a:lnTo>
                  <a:pt x="8048244" y="2201608"/>
                </a:lnTo>
                <a:lnTo>
                  <a:pt x="0" y="2201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247584" y="6011761"/>
            <a:ext cx="152400" cy="2163508"/>
            <a:chOff x="0" y="0"/>
            <a:chExt cx="203200" cy="28846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721606" y="6238132"/>
            <a:ext cx="3609080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Administrative Value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21606" y="6755902"/>
            <a:ext cx="7252545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Tools for Club Executives and the Office of Student Affairs for membership and event management.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84967"/>
            <a:ext cx="7088238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Problem Statement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87476" y="2785615"/>
            <a:ext cx="8019383" cy="860108"/>
          </a:xfrm>
          <a:custGeom>
            <a:avLst/>
            <a:gdLst/>
            <a:ahLst/>
            <a:cxnLst/>
            <a:rect r="r" b="b" t="t" l="l"/>
            <a:pathLst>
              <a:path h="860108" w="8019383">
                <a:moveTo>
                  <a:pt x="0" y="0"/>
                </a:moveTo>
                <a:lnTo>
                  <a:pt x="8019383" y="0"/>
                </a:lnTo>
                <a:lnTo>
                  <a:pt x="8019383" y="860107"/>
                </a:lnTo>
                <a:lnTo>
                  <a:pt x="0" y="860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84522" y="3006928"/>
            <a:ext cx="425206" cy="47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311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5759" y="3829202"/>
            <a:ext cx="4129535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Information Asymmetry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5759" y="4346972"/>
            <a:ext cx="7442892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New students struggle to find active club lists and mandates.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280922" y="2785615"/>
            <a:ext cx="8019574" cy="860108"/>
          </a:xfrm>
          <a:custGeom>
            <a:avLst/>
            <a:gdLst/>
            <a:ahLst/>
            <a:cxnLst/>
            <a:rect r="r" b="b" t="t" l="l"/>
            <a:pathLst>
              <a:path h="860108" w="8019574">
                <a:moveTo>
                  <a:pt x="0" y="0"/>
                </a:moveTo>
                <a:lnTo>
                  <a:pt x="8019574" y="0"/>
                </a:lnTo>
                <a:lnTo>
                  <a:pt x="8019574" y="860107"/>
                </a:lnTo>
                <a:lnTo>
                  <a:pt x="0" y="860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078120" y="3006928"/>
            <a:ext cx="425206" cy="47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311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69206" y="3829202"/>
            <a:ext cx="367397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Missed Opportunities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69206" y="4346972"/>
            <a:ext cx="7443045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No centralized notification system for recruitment deadlines.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87476" y="6006998"/>
            <a:ext cx="8019383" cy="860108"/>
          </a:xfrm>
          <a:custGeom>
            <a:avLst/>
            <a:gdLst/>
            <a:ahLst/>
            <a:cxnLst/>
            <a:rect r="r" b="b" t="t" l="l"/>
            <a:pathLst>
              <a:path h="860108" w="8019383">
                <a:moveTo>
                  <a:pt x="0" y="0"/>
                </a:moveTo>
                <a:lnTo>
                  <a:pt x="8019383" y="0"/>
                </a:lnTo>
                <a:lnTo>
                  <a:pt x="8019383" y="860108"/>
                </a:lnTo>
                <a:lnTo>
                  <a:pt x="0" y="860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784522" y="6228312"/>
            <a:ext cx="425206" cy="47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311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5759" y="7050586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Event Clashes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5759" y="7568355"/>
            <a:ext cx="7442892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Lack of a master calendar leads to overlapping major events.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280922" y="6006998"/>
            <a:ext cx="8019574" cy="860108"/>
          </a:xfrm>
          <a:custGeom>
            <a:avLst/>
            <a:gdLst/>
            <a:ahLst/>
            <a:cxnLst/>
            <a:rect r="r" b="b" t="t" l="l"/>
            <a:pathLst>
              <a:path h="860108" w="8019574">
                <a:moveTo>
                  <a:pt x="0" y="0"/>
                </a:moveTo>
                <a:lnTo>
                  <a:pt x="8019574" y="0"/>
                </a:lnTo>
                <a:lnTo>
                  <a:pt x="8019574" y="860108"/>
                </a:lnTo>
                <a:lnTo>
                  <a:pt x="0" y="860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078120" y="6228312"/>
            <a:ext cx="425206" cy="47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311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69206" y="7050586"/>
            <a:ext cx="3858520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Administrative Burden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69206" y="7568355"/>
            <a:ext cx="7443045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Executives waste time on manual spreadsheets for member data and registrations.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167680"/>
            <a:ext cx="7088238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Project Objectives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87476" y="3768328"/>
            <a:ext cx="16313087" cy="4203192"/>
          </a:xfrm>
          <a:custGeom>
            <a:avLst/>
            <a:gdLst/>
            <a:ahLst/>
            <a:cxnLst/>
            <a:rect r="r" b="b" t="t" l="l"/>
            <a:pathLst>
              <a:path h="4203192" w="16313087">
                <a:moveTo>
                  <a:pt x="0" y="0"/>
                </a:moveTo>
                <a:lnTo>
                  <a:pt x="16313086" y="0"/>
                </a:lnTo>
                <a:lnTo>
                  <a:pt x="16313086" y="4203192"/>
                </a:lnTo>
                <a:lnTo>
                  <a:pt x="0" y="4203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01763" y="3782616"/>
            <a:ext cx="8142256" cy="2087308"/>
            <a:chOff x="0" y="0"/>
            <a:chExt cx="10856341" cy="27830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56341" cy="2783078"/>
            </a:xfrm>
            <a:custGeom>
              <a:avLst/>
              <a:gdLst/>
              <a:ahLst/>
              <a:cxnLst/>
              <a:rect r="r" b="b" t="t" l="l"/>
              <a:pathLst>
                <a:path h="2783078" w="10856341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697591" y="0"/>
                  </a:lnTo>
                  <a:cubicBezTo>
                    <a:pt x="10785222" y="0"/>
                    <a:pt x="10856341" y="71120"/>
                    <a:pt x="10856341" y="158750"/>
                  </a:cubicBezTo>
                  <a:lnTo>
                    <a:pt x="10856341" y="2624328"/>
                  </a:lnTo>
                  <a:cubicBezTo>
                    <a:pt x="10856341" y="2711958"/>
                    <a:pt x="10785222" y="2783078"/>
                    <a:pt x="10697591" y="2783078"/>
                  </a:cubicBezTo>
                  <a:lnTo>
                    <a:pt x="158750" y="2783078"/>
                  </a:lnTo>
                  <a:cubicBezTo>
                    <a:pt x="71120" y="2783078"/>
                    <a:pt x="0" y="2711958"/>
                    <a:pt x="0" y="2624328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4" y="3970887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Centralization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284" y="4488656"/>
            <a:ext cx="7575204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Single repository for club info, history, and constitutions.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44000" y="3782616"/>
            <a:ext cx="8142256" cy="2087308"/>
            <a:chOff x="0" y="0"/>
            <a:chExt cx="10856341" cy="27830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56341" cy="2783078"/>
            </a:xfrm>
            <a:custGeom>
              <a:avLst/>
              <a:gdLst/>
              <a:ahLst/>
              <a:cxnLst/>
              <a:rect r="r" b="b" t="t" l="l"/>
              <a:pathLst>
                <a:path h="2783078" w="10856341">
                  <a:moveTo>
                    <a:pt x="0" y="0"/>
                  </a:moveTo>
                  <a:lnTo>
                    <a:pt x="10856341" y="0"/>
                  </a:lnTo>
                  <a:lnTo>
                    <a:pt x="10856341" y="2783078"/>
                  </a:lnTo>
                  <a:lnTo>
                    <a:pt x="0" y="2783078"/>
                  </a:lnTo>
                  <a:close/>
                </a:path>
              </a:pathLst>
            </a:custGeom>
            <a:solidFill>
              <a:srgbClr val="3D3D4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0" y="3782616"/>
            <a:ext cx="38100" cy="2087308"/>
            <a:chOff x="0" y="0"/>
            <a:chExt cx="50800" cy="27830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" cy="2783078"/>
            </a:xfrm>
            <a:custGeom>
              <a:avLst/>
              <a:gdLst/>
              <a:ahLst/>
              <a:cxnLst/>
              <a:rect r="r" b="b" t="t" l="l"/>
              <a:pathLst>
                <a:path h="278307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757678"/>
                  </a:lnTo>
                  <a:cubicBezTo>
                    <a:pt x="50800" y="2771648"/>
                    <a:pt x="39370" y="2783078"/>
                    <a:pt x="25400" y="2783078"/>
                  </a:cubicBezTo>
                  <a:cubicBezTo>
                    <a:pt x="11430" y="2783078"/>
                    <a:pt x="0" y="2771648"/>
                    <a:pt x="0" y="2757678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427521" y="3970887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Accessibility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27521" y="4488656"/>
            <a:ext cx="7575204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24/7 access to schedules and recruitment details for all students.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1763" y="5869934"/>
            <a:ext cx="8142256" cy="2087308"/>
            <a:chOff x="0" y="0"/>
            <a:chExt cx="10856341" cy="27830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56341" cy="2783078"/>
            </a:xfrm>
            <a:custGeom>
              <a:avLst/>
              <a:gdLst/>
              <a:ahLst/>
              <a:cxnLst/>
              <a:rect r="r" b="b" t="t" l="l"/>
              <a:pathLst>
                <a:path h="2783078" w="10856341">
                  <a:moveTo>
                    <a:pt x="0" y="0"/>
                  </a:moveTo>
                  <a:lnTo>
                    <a:pt x="10856341" y="0"/>
                  </a:lnTo>
                  <a:lnTo>
                    <a:pt x="10856341" y="2783078"/>
                  </a:lnTo>
                  <a:lnTo>
                    <a:pt x="0" y="2783078"/>
                  </a:lnTo>
                  <a:close/>
                </a:path>
              </a:pathLst>
            </a:custGeom>
            <a:solidFill>
              <a:srgbClr val="3D3D4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1763" y="5869934"/>
            <a:ext cx="8142256" cy="38100"/>
            <a:chOff x="0" y="0"/>
            <a:chExt cx="10856341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56341" cy="50800"/>
            </a:xfrm>
            <a:custGeom>
              <a:avLst/>
              <a:gdLst/>
              <a:ahLst/>
              <a:cxnLst/>
              <a:rect r="r" b="b" t="t" l="l"/>
              <a:pathLst>
                <a:path h="50800" w="1085634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30941" y="0"/>
                  </a:lnTo>
                  <a:cubicBezTo>
                    <a:pt x="10844911" y="0"/>
                    <a:pt x="10856341" y="11430"/>
                    <a:pt x="10856341" y="25400"/>
                  </a:cubicBezTo>
                  <a:cubicBezTo>
                    <a:pt x="10856341" y="39370"/>
                    <a:pt x="10844911" y="50800"/>
                    <a:pt x="10830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85284" y="6058195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Efficiency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5284" y="6575974"/>
            <a:ext cx="7575204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Automate recruitment processes and event ticketing (RSVP).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4000" y="5869934"/>
            <a:ext cx="8142256" cy="2087308"/>
            <a:chOff x="0" y="0"/>
            <a:chExt cx="10856341" cy="27830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56341" cy="2783078"/>
            </a:xfrm>
            <a:custGeom>
              <a:avLst/>
              <a:gdLst/>
              <a:ahLst/>
              <a:cxnLst/>
              <a:rect r="r" b="b" t="t" l="l"/>
              <a:pathLst>
                <a:path h="2783078" w="10856341">
                  <a:moveTo>
                    <a:pt x="0" y="0"/>
                  </a:moveTo>
                  <a:lnTo>
                    <a:pt x="10856341" y="0"/>
                  </a:lnTo>
                  <a:lnTo>
                    <a:pt x="10856341" y="2783078"/>
                  </a:lnTo>
                  <a:lnTo>
                    <a:pt x="0" y="2783078"/>
                  </a:lnTo>
                  <a:close/>
                </a:path>
              </a:pathLst>
            </a:custGeom>
            <a:solidFill>
              <a:srgbClr val="3D3D4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0" y="5869934"/>
            <a:ext cx="38100" cy="2087308"/>
            <a:chOff x="0" y="0"/>
            <a:chExt cx="50800" cy="27830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800" cy="2783078"/>
            </a:xfrm>
            <a:custGeom>
              <a:avLst/>
              <a:gdLst/>
              <a:ahLst/>
              <a:cxnLst/>
              <a:rect r="r" b="b" t="t" l="l"/>
              <a:pathLst>
                <a:path h="278307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757678"/>
                  </a:lnTo>
                  <a:cubicBezTo>
                    <a:pt x="50800" y="2771648"/>
                    <a:pt x="39370" y="2783078"/>
                    <a:pt x="25400" y="2783078"/>
                  </a:cubicBezTo>
                  <a:cubicBezTo>
                    <a:pt x="11430" y="2783078"/>
                    <a:pt x="0" y="2771648"/>
                    <a:pt x="0" y="2757678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0" y="5869934"/>
            <a:ext cx="8142256" cy="38100"/>
            <a:chOff x="0" y="0"/>
            <a:chExt cx="10856341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56341" cy="50800"/>
            </a:xfrm>
            <a:custGeom>
              <a:avLst/>
              <a:gdLst/>
              <a:ahLst/>
              <a:cxnLst/>
              <a:rect r="r" b="b" t="t" l="l"/>
              <a:pathLst>
                <a:path h="50800" w="1085634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30941" y="0"/>
                  </a:lnTo>
                  <a:cubicBezTo>
                    <a:pt x="10844911" y="0"/>
                    <a:pt x="10856341" y="11430"/>
                    <a:pt x="10856341" y="25400"/>
                  </a:cubicBezTo>
                  <a:cubicBezTo>
                    <a:pt x="10856341" y="39370"/>
                    <a:pt x="10844911" y="50800"/>
                    <a:pt x="10830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427521" y="6058195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Transparency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27521" y="6575974"/>
            <a:ext cx="7575204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Provide administration with a clear view of club activities and finances.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586628"/>
            <a:ext cx="10431666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User Roles &amp; System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001538"/>
            <a:ext cx="16303523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The NSU ClubHub is a responsive web application designed with distinct user roles: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4964611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332" r="0" b="-733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238" y="5932437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Student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450216"/>
            <a:ext cx="5198269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General users exploring the portal for club information and events.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6544866" y="4964611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667" r="0" b="-1066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544866" y="5932437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Club Admin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44866" y="6450216"/>
            <a:ext cx="5198269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Executive members managing their specific club's activities and members.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2097493" y="4964611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332" r="0" b="-533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097493" y="5932437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Super Admin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97493" y="6450216"/>
            <a:ext cx="5198269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The CSE299.4 Group-6 team managing the entire platform.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47020"/>
            <a:ext cx="11362287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Student Features (General View)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177626"/>
            <a:ext cx="8009954" cy="2550604"/>
            <a:chOff x="0" y="0"/>
            <a:chExt cx="10679938" cy="34008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79938" cy="3400806"/>
            </a:xfrm>
            <a:custGeom>
              <a:avLst/>
              <a:gdLst/>
              <a:ahLst/>
              <a:cxnLst/>
              <a:rect r="r" b="b" t="t" l="l"/>
              <a:pathLst>
                <a:path h="3400806" w="106799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156966"/>
                  </a:lnTo>
                  <a:cubicBezTo>
                    <a:pt x="10679938" y="3291586"/>
                    <a:pt x="10570718" y="3400806"/>
                    <a:pt x="10436098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05050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3139526"/>
            <a:ext cx="8009954" cy="152400"/>
            <a:chOff x="0" y="0"/>
            <a:chExt cx="10679938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79938" cy="203200"/>
            </a:xfrm>
            <a:custGeom>
              <a:avLst/>
              <a:gdLst/>
              <a:ahLst/>
              <a:cxnLst/>
              <a:rect r="r" b="b" t="t" l="l"/>
              <a:pathLst>
                <a:path h="203200" w="10679938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78338" y="0"/>
                  </a:lnTo>
                  <a:cubicBezTo>
                    <a:pt x="10634472" y="0"/>
                    <a:pt x="10679938" y="45466"/>
                    <a:pt x="10679938" y="101600"/>
                  </a:cubicBezTo>
                  <a:cubicBezTo>
                    <a:pt x="10679938" y="157734"/>
                    <a:pt x="10634472" y="203200"/>
                    <a:pt x="10578338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571924" y="2752430"/>
            <a:ext cx="850582" cy="850582"/>
            <a:chOff x="0" y="0"/>
            <a:chExt cx="1134110" cy="11341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827013" y="2717454"/>
            <a:ext cx="340223" cy="67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859" y="3791102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Club Directory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859" y="4308872"/>
            <a:ext cx="7366692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Searchable list of clubs with profiles, including mission, EB members, gallery, and contacts.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85684" y="3177626"/>
            <a:ext cx="8010049" cy="2550604"/>
            <a:chOff x="0" y="0"/>
            <a:chExt cx="10680065" cy="34008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80065" cy="3400806"/>
            </a:xfrm>
            <a:custGeom>
              <a:avLst/>
              <a:gdLst/>
              <a:ahLst/>
              <a:cxnLst/>
              <a:rect r="r" b="b" t="t" l="l"/>
              <a:pathLst>
                <a:path h="3400806" w="10680065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3156966"/>
                  </a:lnTo>
                  <a:cubicBezTo>
                    <a:pt x="10680065" y="3291586"/>
                    <a:pt x="10570845" y="3400806"/>
                    <a:pt x="10436225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05050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85684" y="3139526"/>
            <a:ext cx="8010049" cy="152400"/>
            <a:chOff x="0" y="0"/>
            <a:chExt cx="10680065" cy="20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80065" cy="203200"/>
            </a:xfrm>
            <a:custGeom>
              <a:avLst/>
              <a:gdLst/>
              <a:ahLst/>
              <a:cxnLst/>
              <a:rect r="r" b="b" t="t" l="l"/>
              <a:pathLst>
                <a:path h="203200" w="10680065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78465" y="0"/>
                  </a:lnTo>
                  <a:cubicBezTo>
                    <a:pt x="10634599" y="0"/>
                    <a:pt x="10680065" y="45466"/>
                    <a:pt x="10680065" y="101600"/>
                  </a:cubicBezTo>
                  <a:cubicBezTo>
                    <a:pt x="10680065" y="157734"/>
                    <a:pt x="10634599" y="203200"/>
                    <a:pt x="10578465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65370" y="2752430"/>
            <a:ext cx="850582" cy="850582"/>
            <a:chOff x="0" y="0"/>
            <a:chExt cx="1134110" cy="1134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120468" y="2717454"/>
            <a:ext cx="340223" cy="67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07306" y="3791102"/>
            <a:ext cx="397356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Master Event Calendar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7306" y="4308872"/>
            <a:ext cx="7366845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Interactive calendar with filters for Academic, Cultural, or Sports events.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2238" y="6436966"/>
            <a:ext cx="8009954" cy="2550604"/>
            <a:chOff x="0" y="0"/>
            <a:chExt cx="10679938" cy="34008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79938" cy="3400806"/>
            </a:xfrm>
            <a:custGeom>
              <a:avLst/>
              <a:gdLst/>
              <a:ahLst/>
              <a:cxnLst/>
              <a:rect r="r" b="b" t="t" l="l"/>
              <a:pathLst>
                <a:path h="3400806" w="106799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156966"/>
                  </a:lnTo>
                  <a:cubicBezTo>
                    <a:pt x="10679938" y="3291586"/>
                    <a:pt x="10570718" y="3400806"/>
                    <a:pt x="10436098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05050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92238" y="6398866"/>
            <a:ext cx="8009954" cy="152400"/>
            <a:chOff x="0" y="0"/>
            <a:chExt cx="10679938" cy="20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79938" cy="203200"/>
            </a:xfrm>
            <a:custGeom>
              <a:avLst/>
              <a:gdLst/>
              <a:ahLst/>
              <a:cxnLst/>
              <a:rect r="r" b="b" t="t" l="l"/>
              <a:pathLst>
                <a:path h="203200" w="10679938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78338" y="0"/>
                  </a:lnTo>
                  <a:cubicBezTo>
                    <a:pt x="10634472" y="0"/>
                    <a:pt x="10679938" y="45466"/>
                    <a:pt x="10679938" y="101600"/>
                  </a:cubicBezTo>
                  <a:cubicBezTo>
                    <a:pt x="10679938" y="157734"/>
                    <a:pt x="10634472" y="203200"/>
                    <a:pt x="10578338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571924" y="6011761"/>
            <a:ext cx="850582" cy="850582"/>
            <a:chOff x="0" y="0"/>
            <a:chExt cx="1134110" cy="11341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4827013" y="5976785"/>
            <a:ext cx="340223" cy="67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3859" y="7050434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Recruitment Portal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3859" y="7568203"/>
            <a:ext cx="7366692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Apply directly for open positions and track application status.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85684" y="6436966"/>
            <a:ext cx="8010049" cy="2550604"/>
            <a:chOff x="0" y="0"/>
            <a:chExt cx="10680065" cy="340080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80065" cy="3400806"/>
            </a:xfrm>
            <a:custGeom>
              <a:avLst/>
              <a:gdLst/>
              <a:ahLst/>
              <a:cxnLst/>
              <a:rect r="r" b="b" t="t" l="l"/>
              <a:pathLst>
                <a:path h="3400806" w="10680065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3156966"/>
                  </a:lnTo>
                  <a:cubicBezTo>
                    <a:pt x="10680065" y="3291586"/>
                    <a:pt x="10570845" y="3400806"/>
                    <a:pt x="10436225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05050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285684" y="6398866"/>
            <a:ext cx="8010049" cy="152400"/>
            <a:chOff x="0" y="0"/>
            <a:chExt cx="10680065" cy="203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80065" cy="203200"/>
            </a:xfrm>
            <a:custGeom>
              <a:avLst/>
              <a:gdLst/>
              <a:ahLst/>
              <a:cxnLst/>
              <a:rect r="r" b="b" t="t" l="l"/>
              <a:pathLst>
                <a:path h="203200" w="10680065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78465" y="0"/>
                  </a:lnTo>
                  <a:cubicBezTo>
                    <a:pt x="10634599" y="0"/>
                    <a:pt x="10680065" y="45466"/>
                    <a:pt x="10680065" y="101600"/>
                  </a:cubicBezTo>
                  <a:cubicBezTo>
                    <a:pt x="10680065" y="157734"/>
                    <a:pt x="10634599" y="203200"/>
                    <a:pt x="10578465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865370" y="6011761"/>
            <a:ext cx="850582" cy="850582"/>
            <a:chOff x="0" y="0"/>
            <a:chExt cx="1134110" cy="113411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3120468" y="5976785"/>
            <a:ext cx="340223" cy="67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07306" y="7050434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Event Registration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07306" y="7568203"/>
            <a:ext cx="7366845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Integrated ticketing with QR code entry passes and payment gateway.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691260"/>
            <a:ext cx="13278593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Management Features (Admin Views)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8041" y="4154834"/>
            <a:ext cx="8214265" cy="3288506"/>
            <a:chOff x="0" y="0"/>
            <a:chExt cx="10952353" cy="43846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52353" cy="4384675"/>
            </a:xfrm>
            <a:custGeom>
              <a:avLst/>
              <a:gdLst/>
              <a:ahLst/>
              <a:cxnLst/>
              <a:rect r="r" b="b" t="t" l="l"/>
              <a:pathLst>
                <a:path h="4384675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4112514"/>
                  </a:lnTo>
                  <a:cubicBezTo>
                    <a:pt x="10952353" y="4262882"/>
                    <a:pt x="10830433" y="4384675"/>
                    <a:pt x="10680192" y="4384675"/>
                  </a:cubicBezTo>
                  <a:lnTo>
                    <a:pt x="272161" y="4384675"/>
                  </a:lnTo>
                  <a:cubicBezTo>
                    <a:pt x="121920" y="4384675"/>
                    <a:pt x="0" y="4262755"/>
                    <a:pt x="0" y="4112514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1562" y="4343105"/>
            <a:ext cx="4252912" cy="62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 Club Executives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1562" y="5062985"/>
            <a:ext cx="7647232" cy="174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Analytics dashboard for engagement.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CRM-style member management.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Event creation and recruitment manager tools.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397" y="4343105"/>
            <a:ext cx="7805890" cy="115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 Super Admin (NSU Administration)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397" y="5594594"/>
            <a:ext cx="7805890" cy="174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Approval workflow for event dates to prevent clashes.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Global announcements (e.g., Club Fair dates).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Oversight of financial requests.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984602"/>
            <a:ext cx="7925695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Value-Added Features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87476" y="4585249"/>
            <a:ext cx="5255038" cy="2569559"/>
          </a:xfrm>
          <a:custGeom>
            <a:avLst/>
            <a:gdLst/>
            <a:ahLst/>
            <a:cxnLst/>
            <a:rect r="r" b="b" t="t" l="l"/>
            <a:pathLst>
              <a:path h="2569559" w="5255038">
                <a:moveTo>
                  <a:pt x="0" y="0"/>
                </a:moveTo>
                <a:lnTo>
                  <a:pt x="5255038" y="0"/>
                </a:lnTo>
                <a:lnTo>
                  <a:pt x="5255038" y="2569560"/>
                </a:lnTo>
                <a:lnTo>
                  <a:pt x="0" y="256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85284" y="4787798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Alumni Connect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5284" y="5305577"/>
            <a:ext cx="4659363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Section for past members to stay updated and offer mentorship.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516443" y="4585249"/>
            <a:ext cx="5255038" cy="2569559"/>
          </a:xfrm>
          <a:custGeom>
            <a:avLst/>
            <a:gdLst/>
            <a:ahLst/>
            <a:cxnLst/>
            <a:rect r="r" b="b" t="t" l="l"/>
            <a:pathLst>
              <a:path h="2569559" w="5255038">
                <a:moveTo>
                  <a:pt x="0" y="0"/>
                </a:moveTo>
                <a:lnTo>
                  <a:pt x="5255038" y="0"/>
                </a:lnTo>
                <a:lnTo>
                  <a:pt x="5255038" y="2569560"/>
                </a:lnTo>
                <a:lnTo>
                  <a:pt x="0" y="256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814242" y="4787798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Resource Library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14242" y="5305577"/>
            <a:ext cx="4659363" cy="155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Templates for budget proposals, room bookings, and sponsorship letters.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045401" y="4585249"/>
            <a:ext cx="5255038" cy="2569559"/>
          </a:xfrm>
          <a:custGeom>
            <a:avLst/>
            <a:gdLst/>
            <a:ahLst/>
            <a:cxnLst/>
            <a:rect r="r" b="b" t="t" l="l"/>
            <a:pathLst>
              <a:path h="2569559" w="5255038">
                <a:moveTo>
                  <a:pt x="0" y="0"/>
                </a:moveTo>
                <a:lnTo>
                  <a:pt x="5255037" y="0"/>
                </a:lnTo>
                <a:lnTo>
                  <a:pt x="5255037" y="2569560"/>
                </a:lnTo>
                <a:lnTo>
                  <a:pt x="0" y="256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343209" y="4787798"/>
            <a:ext cx="354404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Wall of Fame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43209" y="5305577"/>
            <a:ext cx="4659363" cy="155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Highlighting club achievements in national and international competitions.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88804"/>
            <a:ext cx="7862592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Technical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740648"/>
            <a:ext cx="4252912" cy="62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Frontend &amp; Backend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460529"/>
            <a:ext cx="7805890" cy="119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b="true" sz="2187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Frontend: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React.js or Next.js for a fast, app-like experience.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b="true" sz="2187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Backend: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Node.js with Express or Django.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3740648"/>
            <a:ext cx="4252912" cy="62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Database &amp;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4460529"/>
            <a:ext cx="7805890" cy="1650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b="true" sz="2187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Database: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PostgreSQL or MongoDB for flexible data storage.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b="true" sz="2187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AI Feature: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API Chatbot to suggest future relevant events.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540103"/>
            <a:ext cx="4252912" cy="62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Security Measures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7401668"/>
            <a:ext cx="16303523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Data encryption, Role-Based Access Control (RBAC), and DDoS protection ensure platform integrity.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22744"/>
            <a:ext cx="12591155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Implementation Timeline (12 Weeks)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87476" y="3823392"/>
            <a:ext cx="16312991" cy="4093083"/>
          </a:xfrm>
          <a:custGeom>
            <a:avLst/>
            <a:gdLst/>
            <a:ahLst/>
            <a:cxnLst/>
            <a:rect r="r" b="b" t="t" l="l"/>
            <a:pathLst>
              <a:path h="4093083" w="16312991">
                <a:moveTo>
                  <a:pt x="0" y="0"/>
                </a:moveTo>
                <a:lnTo>
                  <a:pt x="16312991" y="0"/>
                </a:lnTo>
                <a:lnTo>
                  <a:pt x="16312991" y="4093083"/>
                </a:lnTo>
                <a:lnTo>
                  <a:pt x="0" y="4093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85427" y="3826821"/>
            <a:ext cx="2685012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1. Planning &amp; Design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46997" y="3826821"/>
            <a:ext cx="5937199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Weeks 1-2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60754" y="3826821"/>
            <a:ext cx="5941962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Requirements, UI/UX, Database Schema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427" y="4639713"/>
            <a:ext cx="2685012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2. Core Development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46997" y="4639713"/>
            <a:ext cx="5937199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Weeks 3-7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60754" y="4639713"/>
            <a:ext cx="5941962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Frontend, Backend API, Authentication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427" y="5452615"/>
            <a:ext cx="2685012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3. Feature Integration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46997" y="5452615"/>
            <a:ext cx="5937199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Weeks 8-9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60754" y="5452615"/>
            <a:ext cx="5941962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Calendar, Recruitment logic, Notifications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5427" y="6265516"/>
            <a:ext cx="2685012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4. Testing &amp; QA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46997" y="6265516"/>
            <a:ext cx="5937199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Weeks 10-11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60754" y="6265516"/>
            <a:ext cx="5941962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Bug fixing, Security audit, Beta testing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5427" y="7078418"/>
            <a:ext cx="2685012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5. Deployment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46997" y="7078418"/>
            <a:ext cx="5937199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Week 12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60754" y="7078418"/>
            <a:ext cx="5941962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Live server launch, User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DAHBO-O4PTA</dc:identifier>
  <dcterms:modified xsi:type="dcterms:W3CDTF">2011-08-01T06:04:30Z</dcterms:modified>
  <cp:revision>1</cp:revision>
</cp:coreProperties>
</file>