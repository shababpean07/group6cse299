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2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1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3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8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7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3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3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1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1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92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59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25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65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6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8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5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NSU </a:t>
            </a:r>
            <a:r>
              <a:rPr dirty="0" err="1"/>
              <a:t>ClubHub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Centralized Club Management &amp; Engagement Portal</a:t>
            </a:r>
          </a:p>
          <a:p>
            <a:r>
              <a:rPr dirty="0"/>
              <a:t>North South University</a:t>
            </a:r>
          </a:p>
          <a:p>
            <a:r>
              <a:rPr dirty="0"/>
              <a:t>Group-6, CSE299.4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NSU ClubHub is a unified web platform to manage clubs, events, and recruitments.</a:t>
            </a:r>
          </a:p>
          <a:p>
            <a:r>
              <a:t>It replaces fragmented systems like Facebook groups and posters.</a:t>
            </a:r>
          </a:p>
          <a:p>
            <a:r>
              <a:t>Acts as a one-stop solution for students, clubs, and administration.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centralized club information</a:t>
            </a:r>
          </a:p>
          <a:p>
            <a:r>
              <a:t>• Missed recruitment deadlines</a:t>
            </a:r>
          </a:p>
          <a:p>
            <a:r>
              <a:t>• Event date clashes</a:t>
            </a:r>
          </a:p>
          <a:p>
            <a:r>
              <a:t>• Manual and inefficient member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 all club information</a:t>
            </a:r>
          </a:p>
          <a:p>
            <a:r>
              <a:t>• Improve accessibility for students</a:t>
            </a:r>
          </a:p>
          <a:p>
            <a:r>
              <a:t>• Automate recruitment and event registration</a:t>
            </a:r>
          </a:p>
          <a:p>
            <a:r>
              <a:t>• Increase transparency for administration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web application with three roles:</a:t>
            </a:r>
          </a:p>
          <a:p>
            <a:r>
              <a:t>• Students</a:t>
            </a:r>
          </a:p>
          <a:p>
            <a:r>
              <a:t>• Club Executives</a:t>
            </a:r>
          </a:p>
          <a:p>
            <a:r>
              <a:t>• NSU Administration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Club Directory</a:t>
            </a:r>
          </a:p>
          <a:p>
            <a:r>
              <a:t>• Master Event Calendar</a:t>
            </a:r>
          </a:p>
          <a:p>
            <a:r>
              <a:t>• Recruitment Portal</a:t>
            </a:r>
          </a:p>
          <a:p>
            <a:r>
              <a:t>• Event Registration &amp; QR tickets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 Executive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Analytics Dashboard</a:t>
            </a:r>
          </a:p>
          <a:p>
            <a:r>
              <a:t>• Member Management System</a:t>
            </a:r>
          </a:p>
          <a:p>
            <a:r>
              <a:t>• Event Creation &amp; Approval</a:t>
            </a:r>
          </a:p>
          <a:p>
            <a:r>
              <a:t>• Recruitment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Oversight of all club activities</a:t>
            </a:r>
          </a:p>
          <a:p>
            <a:r>
              <a:t>• Event approval system</a:t>
            </a:r>
          </a:p>
          <a:p>
            <a:r>
              <a:t>• Global announcements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Added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Alumni Connect</a:t>
            </a:r>
          </a:p>
          <a:p>
            <a:r>
              <a:t>• Resource Library</a:t>
            </a:r>
          </a:p>
          <a:p>
            <a:r>
              <a:t>• Wall of Fame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React.js / Next.js</a:t>
            </a:r>
          </a:p>
          <a:p>
            <a:r>
              <a:t>• Backend: Node.js or Django</a:t>
            </a:r>
          </a:p>
          <a:p>
            <a:r>
              <a:t>• Database: PostgreSQL / MongoDB</a:t>
            </a:r>
          </a:p>
          <a:p>
            <a:r>
              <a:t>• AI Chatbot for event guidance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Weeks Total:</a:t>
            </a:r>
          </a:p>
          <a:p>
            <a:r>
              <a:t>• Planning &amp; Design</a:t>
            </a:r>
          </a:p>
          <a:p>
            <a:r>
              <a:t>• Development</a:t>
            </a:r>
          </a:p>
          <a:p>
            <a:r>
              <a:t>• Feature Integration</a:t>
            </a:r>
          </a:p>
          <a:p>
            <a:r>
              <a:t>• Testing</a:t>
            </a:r>
          </a:p>
          <a:p>
            <a:r>
              <a:t>•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</a:t>
            </a:r>
          </a:p>
          <a:p>
            <a:r>
              <a:t>• E-commerce for merchandise</a:t>
            </a:r>
          </a:p>
          <a:p>
            <a:r>
              <a:t>• Inter-university collaboration</a:t>
            </a:r>
          </a:p>
          <a:p>
            <a:endParaRPr/>
          </a:p>
          <a:p>
            <a:r>
              <a:t>NSU ClubHub modernizes student engagement and administration.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254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NSU ClubHub</vt:lpstr>
      <vt:lpstr>Executive Summary</vt:lpstr>
      <vt:lpstr>Problem Statement</vt:lpstr>
      <vt:lpstr>Objectives</vt:lpstr>
      <vt:lpstr>Solution Overview</vt:lpstr>
      <vt:lpstr>Student Features</vt:lpstr>
      <vt:lpstr>Club Executive Features</vt:lpstr>
      <vt:lpstr>Admin Features</vt:lpstr>
      <vt:lpstr>Value Added Features</vt:lpstr>
      <vt:lpstr>Technical Stack</vt:lpstr>
      <vt:lpstr>Implementation Timeline</vt:lpstr>
      <vt:lpstr>Future Scope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NSU ClubHub</dc:title>
  <dc:subject/>
  <dc:creator>User</dc:creator>
  <cp:keywords/>
  <dc:description>generated using python-pptx</dc:description>
  <cp:lastModifiedBy>Shabab Alam</cp:lastModifiedBy>
  <cp:revision>2</cp:revision>
  <dcterms:created xsi:type="dcterms:W3CDTF">2013-01-27T09:14:16Z</dcterms:created>
  <dcterms:modified xsi:type="dcterms:W3CDTF">2026-02-08T17:34:51Z</dcterms:modified>
  <cp:category/>
</cp:coreProperties>
</file>